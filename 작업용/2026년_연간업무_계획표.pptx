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74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073-B5AD-4F9D-AB0D-299670124558}" type="datetimeFigureOut">
              <a:rPr lang="ko-KR" altLang="en-US" smtClean="0"/>
              <a:pPr/>
              <a:t>2025-12-29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E039-F353-43BD-A24C-78776B52AC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073-B5AD-4F9D-AB0D-299670124558}" type="datetimeFigureOut">
              <a:rPr lang="ko-KR" altLang="en-US" smtClean="0"/>
              <a:pPr/>
              <a:t>2025-12-29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E039-F353-43BD-A24C-78776B52AC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073-B5AD-4F9D-AB0D-299670124558}" type="datetimeFigureOut">
              <a:rPr lang="ko-KR" altLang="en-US" smtClean="0"/>
              <a:pPr/>
              <a:t>2025-12-29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E039-F353-43BD-A24C-78776B52AC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073-B5AD-4F9D-AB0D-299670124558}" type="datetimeFigureOut">
              <a:rPr lang="ko-KR" altLang="en-US" smtClean="0"/>
              <a:pPr/>
              <a:t>2025-12-29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E039-F353-43BD-A24C-78776B52AC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073-B5AD-4F9D-AB0D-299670124558}" type="datetimeFigureOut">
              <a:rPr lang="ko-KR" altLang="en-US" smtClean="0"/>
              <a:pPr/>
              <a:t>2025-12-29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E039-F353-43BD-A24C-78776B52AC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073-B5AD-4F9D-AB0D-299670124558}" type="datetimeFigureOut">
              <a:rPr lang="ko-KR" altLang="en-US" smtClean="0"/>
              <a:pPr/>
              <a:t>2025-12-29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E039-F353-43BD-A24C-78776B52AC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073-B5AD-4F9D-AB0D-299670124558}" type="datetimeFigureOut">
              <a:rPr lang="ko-KR" altLang="en-US" smtClean="0"/>
              <a:pPr/>
              <a:t>2025-12-29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E039-F353-43BD-A24C-78776B52AC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073-B5AD-4F9D-AB0D-299670124558}" type="datetimeFigureOut">
              <a:rPr lang="ko-KR" altLang="en-US" smtClean="0"/>
              <a:pPr/>
              <a:t>2025-12-29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E039-F353-43BD-A24C-78776B52AC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073-B5AD-4F9D-AB0D-299670124558}" type="datetimeFigureOut">
              <a:rPr lang="ko-KR" altLang="en-US" smtClean="0"/>
              <a:pPr/>
              <a:t>2025-12-29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E039-F353-43BD-A24C-78776B52AC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073-B5AD-4F9D-AB0D-299670124558}" type="datetimeFigureOut">
              <a:rPr lang="ko-KR" altLang="en-US" smtClean="0"/>
              <a:pPr/>
              <a:t>2025-12-29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E039-F353-43BD-A24C-78776B52AC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073-B5AD-4F9D-AB0D-299670124558}" type="datetimeFigureOut">
              <a:rPr lang="ko-KR" altLang="en-US" smtClean="0"/>
              <a:pPr/>
              <a:t>2025-12-29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E039-F353-43BD-A24C-78776B52AC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9A073-B5AD-4F9D-AB0D-299670124558}" type="datetimeFigureOut">
              <a:rPr lang="ko-KR" altLang="en-US" smtClean="0"/>
              <a:pPr/>
              <a:t>2025-12-29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CE039-F353-43BD-A24C-78776B52AC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428736"/>
            <a:ext cx="9144000" cy="785818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HY울릉도M" pitchFamily="18" charset="-127"/>
                <a:ea typeface="HY울릉도M" pitchFamily="18" charset="-127"/>
              </a:rPr>
              <a:t>2026</a:t>
            </a:r>
            <a:r>
              <a:rPr lang="ko-KR" altLang="en-US" sz="3600" dirty="0">
                <a:latin typeface="HY울릉도M" pitchFamily="18" charset="-127"/>
                <a:ea typeface="HY울릉도M" pitchFamily="18" charset="-127"/>
              </a:rPr>
              <a:t>년도 업무추진 계획서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5715016"/>
            <a:ext cx="9144000" cy="428628"/>
          </a:xfrm>
        </p:spPr>
        <p:txBody>
          <a:bodyPr>
            <a:normAutofit/>
          </a:bodyPr>
          <a:lstStyle/>
          <a:p>
            <a:r>
              <a:rPr lang="ko-KR" altLang="en-US" sz="2000" dirty="0" err="1">
                <a:latin typeface="HY울릉도M" pitchFamily="18" charset="-127"/>
                <a:ea typeface="HY울릉도M" pitchFamily="18" charset="-127"/>
              </a:rPr>
              <a:t>시설팀</a:t>
            </a:r>
            <a:r>
              <a:rPr lang="en-US" altLang="ko-KR" sz="2000" dirty="0">
                <a:latin typeface="HY울릉도M" pitchFamily="18" charset="-127"/>
                <a:ea typeface="HY울릉도M" pitchFamily="18" charset="-127"/>
              </a:rPr>
              <a:t>-</a:t>
            </a:r>
            <a:r>
              <a:rPr lang="ko-KR" altLang="en-US" sz="2000" dirty="0">
                <a:latin typeface="HY울릉도M" pitchFamily="18" charset="-127"/>
                <a:ea typeface="HY울릉도M" pitchFamily="18" charset="-127"/>
              </a:rPr>
              <a:t>방재분야</a:t>
            </a:r>
          </a:p>
        </p:txBody>
      </p:sp>
      <p:pic>
        <p:nvPicPr>
          <p:cNvPr id="4" name="그림 3" descr="차바이오콤플렉스 전경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28854" y="2602338"/>
            <a:ext cx="4872038" cy="2684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196752"/>
            <a:ext cx="8458200" cy="285752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  1. 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연간 업무추진 일정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(2026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년</a:t>
            </a:r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)</a:t>
            </a:r>
            <a:endParaRPr lang="ko-KR" altLang="en-US" sz="1800" dirty="0">
              <a:latin typeface="HY울릉도M" pitchFamily="18" charset="-127"/>
              <a:ea typeface="HY울릉도M" pitchFamily="18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641540"/>
              </p:ext>
            </p:extLst>
          </p:nvPr>
        </p:nvGraphicFramePr>
        <p:xfrm>
          <a:off x="107504" y="1556792"/>
          <a:ext cx="8928988" cy="4896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9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9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89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89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89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89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89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89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89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89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895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895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10685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0603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업  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  행  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3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소방시설물 법적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소방점검업체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승강기 정기 검사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승강기안전관리원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화재수신기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및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전원공급반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유수검지장치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(DIV)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/1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소화전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방수기구함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소화기구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소화펌프 및 소화수조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방화셔터 및 하부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적치물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가스소화설비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제연설비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거실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전실댐퍼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피난설비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완강기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유도등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CCTV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화각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및 녹화상태 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주차관제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시스템 점검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매월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전관방송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매월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회전문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16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승강기 정기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TK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엘리베이터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17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배연창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14422"/>
            <a:ext cx="8458200" cy="285752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  2-1. 1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분기 월별 업무추진 일정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330431"/>
              </p:ext>
            </p:extLst>
          </p:nvPr>
        </p:nvGraphicFramePr>
        <p:xfrm>
          <a:off x="179512" y="1556792"/>
          <a:ext cx="8784976" cy="48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 rowSpan="17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분기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혹한기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동파방지 시설물 순찰 강화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▶ 화재수신기 및 전원공급반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▶ 승강기 정기검사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(E/L 1~10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호기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, E/S 1~6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호기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화재수신기 및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전원공급반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화재수신기 및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전원공급반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유수검지장치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(DIV)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유수검지장치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(DIV)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유수검지장치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(DIV)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방수기구함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방수기구함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방수기구함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소화기구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소화기구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소화기구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방화셔터 및 하부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적치물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방화셔터 및 하부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적치물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방화셔터 및 하부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적치물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가스소화설비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가스소화설비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가스소화설비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제연설비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거실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전실댐퍼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제연설비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거실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전실댐퍼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제연설비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거실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전실댐퍼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CCTV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화각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및 녹화상태 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CCTV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화각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및 녹화상태 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CCTV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화각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및 녹화상태 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승강기 정기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승강기 정기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승강기 정기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피난설비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완강기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유도등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피난설비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완강기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유도등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소화펌프 및 소화수조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회전문 점검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회전문 점검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주차관제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시스템 점검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전관방송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소화펌프 및 소화수조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배연창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해빙기 안전점검 및 청소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혹한기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동파방지 시설물 순찰 강화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소화펌프 및 소화수조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14422"/>
            <a:ext cx="8458200" cy="285752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  2-2. 2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분기 월별 업무추진 일정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642980"/>
              </p:ext>
            </p:extLst>
          </p:nvPr>
        </p:nvGraphicFramePr>
        <p:xfrm>
          <a:off x="179512" y="1556792"/>
          <a:ext cx="8784976" cy="48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 rowSpan="17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분기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화재수신기 및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전원공급반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소방시설물 법적 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종합정밀점검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화재수신기 및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전원공급반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유수검지장치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(DIV)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화재수신기 및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전원공급반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유수검지장치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(DIV)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방수기구함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유수검지장치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(DIV)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방수기구함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소화기구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방수기구함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소화기구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방화셔터 및 하부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적치물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소화기구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방화셔터 및 하부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적치물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가스소화설비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방화셔터 및 하부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적치물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가스소화설비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제연설비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거실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전실댐퍼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가스소화설비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제연설비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거실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전실댐퍼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CCTV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화각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및 녹화상태 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제연설비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거실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전실댐퍼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CCTV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화각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및 녹화상태 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승강기 정기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CCTV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화각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및 녹화상태 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승강기 정기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소화펌프 및 소화수조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승강기 정기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소화펌프 및 소화수조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주차관제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시스템 점검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피난설비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완강기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유도등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주차관제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시스템 점검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배연창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회전문 점검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배연창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임직원 소방 교육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소화펌프 및 소화수조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전관방송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전관방송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배연창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전관방송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14422"/>
            <a:ext cx="8458200" cy="285752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  2-3. 3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분기 월별 업무추진 일정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848246"/>
              </p:ext>
            </p:extLst>
          </p:nvPr>
        </p:nvGraphicFramePr>
        <p:xfrm>
          <a:off x="179512" y="1556792"/>
          <a:ext cx="8784976" cy="48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 rowSpan="17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분기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화재수신기 및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전원공급반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화재수신기 및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전원공급반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배연창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유수검지장치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(DIV)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유수검지장치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(DIV)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화재수신기 및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전원공급반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방수기구함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방수기구함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유수검지장치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(DIV)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소화기구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소화기구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방수기구함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방화셔터 및 하부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적치물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방화셔터 및 하부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적치물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소화기구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가스소화설비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가스소화설비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방화셔터 및 하부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적치물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제연설비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거실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전실댐퍼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제연설비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거실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전실댐퍼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가스소화설비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CCTV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화각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및 녹화상태 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CCTV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화각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및 녹화상태 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제연설비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거실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전실댐퍼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승강기 정기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승강기 정기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CCTV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화각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및 녹화상태 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피난설비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완강기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유도등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소화펌프 및 소화수조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승강기 정기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회전문 점검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주차관제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시스템 점검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피난설비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완강기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유도등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배연창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배연창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회전문 점검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주차관제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시스템 점검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피난설비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완강기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유도등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전관방송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주차관제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시스템 점검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14422"/>
            <a:ext cx="8458200" cy="285752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ko-KR" sz="1800" dirty="0">
                <a:latin typeface="HY울릉도M" pitchFamily="18" charset="-127"/>
                <a:ea typeface="HY울릉도M" pitchFamily="18" charset="-127"/>
              </a:rPr>
              <a:t>  2-4. 4</a:t>
            </a:r>
            <a:r>
              <a:rPr lang="ko-KR" altLang="en-US" sz="1800" dirty="0">
                <a:latin typeface="HY울릉도M" pitchFamily="18" charset="-127"/>
                <a:ea typeface="HY울릉도M" pitchFamily="18" charset="-127"/>
              </a:rPr>
              <a:t>분기 월별 업무추진 일정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851960"/>
              </p:ext>
            </p:extLst>
          </p:nvPr>
        </p:nvGraphicFramePr>
        <p:xfrm>
          <a:off x="179512" y="1556792"/>
          <a:ext cx="8784976" cy="48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 rowSpan="17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분기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화재수신기 및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전원공급반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소방시설물 법적 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작동기능점검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화재수신기 및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전원공급반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유수검지장치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(DIV)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화재수신기 및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전원공급반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유수검지장치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(DIV)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방수기구함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유수검지장치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(DIV)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방수기구함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소화기구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방수기구함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소화기구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방화셔터 및 하부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적치물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소화기구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방화셔터 및 하부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적치물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가스소화설비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방화셔터 및 하부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적치물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가스소화설비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제연설비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거실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전실댐퍼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가스소화설비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제연설비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거실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전실댐퍼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CCTV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화각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및 녹화상태 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제연설비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거실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전실댐퍼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CCTV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화각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및 녹화상태 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승강기 정기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CCTV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화각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및 녹화상태 점검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승강기 정기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소화펌프 및 소화수조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승강기 정기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소화펌프 및 소화수조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주차관제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시스템 점검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피난설비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완강기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유도등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주차관제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시스템 점검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배연창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회전문 점검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배연창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임직원 소방 훈련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2027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년도  예산 편성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전관방송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혹한기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동파방지 시설물 순찰 강화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화재위험 전열기구 사용여부 점검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▶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2027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년도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년간계획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및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소방계획서 작성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1261</Words>
  <Application>Microsoft Office PowerPoint</Application>
  <PresentationFormat>화면 슬라이드 쇼(4:3)</PresentationFormat>
  <Paragraphs>445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HY울릉도M</vt:lpstr>
      <vt:lpstr>맑은 고딕</vt:lpstr>
      <vt:lpstr>Arial</vt:lpstr>
      <vt:lpstr>Office 테마</vt:lpstr>
      <vt:lpstr>2026년도 업무추진 계획서</vt:lpstr>
      <vt:lpstr>  1. 연간 업무추진 일정(2026년)</vt:lpstr>
      <vt:lpstr>  2-1. 1분기 월별 업무추진 일정</vt:lpstr>
      <vt:lpstr>  2-2. 2분기 월별 업무추진 일정</vt:lpstr>
      <vt:lpstr>  2-3. 3분기 월별 업무추진 일정</vt:lpstr>
      <vt:lpstr>  2-4. 4분기 월별 업무추진 일정</vt:lpstr>
    </vt:vector>
  </TitlesOfParts>
  <Company>Samsung 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2016년도 유지보수 계획서</dc:title>
  <dc:creator>SEC</dc:creator>
  <cp:lastModifiedBy>석현민</cp:lastModifiedBy>
  <cp:revision>76</cp:revision>
  <cp:lastPrinted>2023-12-29T01:21:31Z</cp:lastPrinted>
  <dcterms:created xsi:type="dcterms:W3CDTF">2016-01-15T05:34:16Z</dcterms:created>
  <dcterms:modified xsi:type="dcterms:W3CDTF">2025-12-29T00:32:58Z</dcterms:modified>
</cp:coreProperties>
</file>