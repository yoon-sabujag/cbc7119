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4"/>
  </p:handoutMasterIdLst>
  <p:sldIdLst>
    <p:sldId id="256" r:id="rId2"/>
    <p:sldId id="257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6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2AB54-6584-4A08-87FB-6F9FA04B51C9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A617-FC57-4C5A-A0EC-E913B8A15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929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75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6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94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3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85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42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72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0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87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01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6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3F654-E974-4140-9E40-33797E051466}" type="datetimeFigureOut">
              <a:rPr lang="ko-KR" altLang="en-US" smtClean="0"/>
              <a:t>2015-09-17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891B0-E2F3-46F9-A62F-2FF1E9B65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13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9525" y="0"/>
            <a:ext cx="2709317" cy="6858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9525" y="692696"/>
            <a:ext cx="9153525" cy="1440904"/>
          </a:xfrm>
          <a:prstGeom prst="rect">
            <a:avLst/>
          </a:prstGeom>
          <a:solidFill>
            <a:srgbClr val="00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23900" y="1124744"/>
            <a:ext cx="76962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/>
          <a:p>
            <a:pPr algn="ctr" latinLnBrk="0">
              <a:spcBef>
                <a:spcPct val="0"/>
              </a:spcBef>
            </a:pP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차바이오컴플렉스</a:t>
            </a:r>
            <a:r>
              <a:rPr kumimoji="0" lang="ko-KR" altLang="en-US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  시설관리  </a:t>
            </a: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메뉴얼</a:t>
            </a:r>
            <a:endParaRPr kumimoji="0" lang="ko-KR" altLang="en-US" sz="32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10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0" y="2489795"/>
            <a:ext cx="51117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2843808" y="1544225"/>
            <a:ext cx="367240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1.</a:t>
            </a:r>
            <a:r>
              <a:rPr kumimoji="1" lang="en-US" altLang="ko-KR" sz="16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   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냉동기 운전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  </a:t>
            </a:r>
            <a:endParaRPr kumimoji="1" lang="en-US" altLang="ko-KR" sz="16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2. 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 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냉각탑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운전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3</a:t>
            </a: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.    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보일러 운전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  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4</a:t>
            </a: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.    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수영장 관리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5</a:t>
            </a: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.   </a:t>
            </a: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의료가스 비상 </a:t>
            </a:r>
            <a:r>
              <a:rPr kumimoji="1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6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.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폐수처리조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관리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7.   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항온항습기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8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.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방재 관리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9.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수변전설비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운영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10.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발전설비 운영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11.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 화학물질 대응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12.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  에어샤워 관리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메뉴얼</a:t>
            </a:r>
            <a:endParaRPr kumimoji="1"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716322" y="150426"/>
            <a:ext cx="37113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-    </a:t>
            </a:r>
            <a:r>
              <a:rPr kumimoji="1" lang="ko-KR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목                차   </a:t>
            </a:r>
            <a:r>
              <a:rPr kumimoji="1" lang="en-US" altLang="ko-KR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-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 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13</Words>
  <Application>Microsoft Office PowerPoint</Application>
  <PresentationFormat>화면 슬라이드 쇼(4:3)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24</cp:revision>
  <cp:lastPrinted>2015-03-18T05:31:50Z</cp:lastPrinted>
  <dcterms:created xsi:type="dcterms:W3CDTF">2014-04-13T00:30:14Z</dcterms:created>
  <dcterms:modified xsi:type="dcterms:W3CDTF">2015-09-17T08:57:57Z</dcterms:modified>
</cp:coreProperties>
</file>