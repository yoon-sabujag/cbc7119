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7" r:id="rId4"/>
    <p:sldId id="272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92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5B6C7-AD31-4A68-8EE3-C383C111AA82}" type="datetimeFigureOut">
              <a:rPr lang="ko-KR" altLang="en-US" smtClean="0"/>
              <a:pPr/>
              <a:t>2014-09-25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89ED2-FE3D-43DD-B5AF-17065447D3A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42844" y="887405"/>
            <a:ext cx="8786842" cy="969959"/>
          </a:xfrm>
        </p:spPr>
        <p:txBody>
          <a:bodyPr>
            <a:noAutofit/>
          </a:bodyPr>
          <a:lstStyle/>
          <a:p>
            <a:r>
              <a:rPr lang="en-US" altLang="ko-KR" sz="2800" b="1" dirty="0" smtClean="0"/>
              <a:t>CHA BIO COMPLEX </a:t>
            </a:r>
            <a:r>
              <a:rPr lang="ko-KR" altLang="en-US" sz="2800" b="1" dirty="0" err="1" smtClean="0"/>
              <a:t>알렌</a:t>
            </a:r>
            <a:r>
              <a:rPr lang="ko-KR" altLang="en-US" sz="2800" b="1" dirty="0" smtClean="0"/>
              <a:t> 오르간 </a:t>
            </a:r>
            <a:r>
              <a:rPr lang="ko-KR" altLang="en-US" sz="2800" b="1" dirty="0" err="1" smtClean="0"/>
              <a:t>메뉴얼</a:t>
            </a:r>
            <a:endParaRPr lang="ko-KR" altLang="en-US" sz="2800" dirty="0"/>
          </a:p>
        </p:txBody>
      </p:sp>
      <p:pic>
        <p:nvPicPr>
          <p:cNvPr id="5" name="그림 4" descr="20140922_09261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7224" y="2076161"/>
            <a:ext cx="7358082" cy="41389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28662" y="428604"/>
            <a:ext cx="28119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/>
              <a:t>1. </a:t>
            </a:r>
            <a:r>
              <a:rPr lang="ko-KR" altLang="en-US" sz="2000" b="1" dirty="0" smtClean="0"/>
              <a:t>전원 순서 및 조작법</a:t>
            </a:r>
            <a:endParaRPr lang="ko-KR" altLang="en-US" sz="2000" b="1" dirty="0"/>
          </a:p>
        </p:txBody>
      </p:sp>
      <p:pic>
        <p:nvPicPr>
          <p:cNvPr id="11" name="그림 10" descr="20140922_09261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1282" y="3143248"/>
            <a:ext cx="5334038" cy="3000396"/>
          </a:xfrm>
          <a:prstGeom prst="rect">
            <a:avLst/>
          </a:prstGeom>
        </p:spPr>
      </p:pic>
      <p:sp>
        <p:nvSpPr>
          <p:cNvPr id="12" name="아래쪽 화살표 11"/>
          <p:cNvSpPr/>
          <p:nvPr/>
        </p:nvSpPr>
        <p:spPr>
          <a:xfrm rot="10800000">
            <a:off x="1947844" y="4581533"/>
            <a:ext cx="142877" cy="1023946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1876406" y="4235164"/>
            <a:ext cx="295277" cy="28921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776657" y="3338512"/>
            <a:ext cx="1428760" cy="6429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715008" y="3286124"/>
            <a:ext cx="2643206" cy="892552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2. </a:t>
            </a:r>
            <a:r>
              <a:rPr lang="ko-KR" altLang="en-US" sz="1300" dirty="0" smtClean="0"/>
              <a:t>오르간 전원 왼쪽에 있는 초록색 램프의 깜빡임이 끝나면 </a:t>
            </a:r>
            <a:endParaRPr lang="en-US" altLang="ko-KR" sz="1300" dirty="0" smtClean="0"/>
          </a:p>
          <a:p>
            <a:r>
              <a:rPr lang="ko-KR" altLang="en-US" sz="1300" dirty="0" smtClean="0"/>
              <a:t>오르간 위에 있는 앰프 전원의 스위치를 </a:t>
            </a:r>
            <a:r>
              <a:rPr lang="ko-KR" altLang="en-US" sz="1300" dirty="0" smtClean="0"/>
              <a:t>올린다</a:t>
            </a:r>
            <a:r>
              <a:rPr lang="en-US" altLang="ko-KR" sz="1300" dirty="0" smtClean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633" y="5641676"/>
            <a:ext cx="2847996" cy="492443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1. </a:t>
            </a:r>
            <a:r>
              <a:rPr lang="ko-KR" altLang="en-US" sz="1300" dirty="0" smtClean="0"/>
              <a:t>오르간 커버를 올린 후 정면 왼쪽에 있는 전원 스위치를 </a:t>
            </a:r>
            <a:r>
              <a:rPr lang="ko-KR" altLang="en-US" sz="1300" dirty="0" smtClean="0"/>
              <a:t>올린다</a:t>
            </a:r>
            <a:r>
              <a:rPr lang="en-US" altLang="ko-KR" sz="1300" dirty="0" smtClean="0"/>
              <a:t>.</a:t>
            </a:r>
          </a:p>
        </p:txBody>
      </p:sp>
      <p:pic>
        <p:nvPicPr>
          <p:cNvPr id="19" name="그림 18" descr="20140922_09251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57752" y="785794"/>
            <a:ext cx="3929089" cy="2210113"/>
          </a:xfrm>
          <a:prstGeom prst="rect">
            <a:avLst/>
          </a:prstGeom>
        </p:spPr>
      </p:pic>
      <p:sp>
        <p:nvSpPr>
          <p:cNvPr id="20" name="아래쪽 화살표 19"/>
          <p:cNvSpPr/>
          <p:nvPr/>
        </p:nvSpPr>
        <p:spPr>
          <a:xfrm rot="12718608">
            <a:off x="5132998" y="2888425"/>
            <a:ext cx="283304" cy="581082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5705483" y="1776401"/>
            <a:ext cx="785818" cy="6429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515114" y="2024052"/>
            <a:ext cx="257177" cy="32861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아래쪽 화살표 20"/>
          <p:cNvSpPr/>
          <p:nvPr/>
        </p:nvSpPr>
        <p:spPr>
          <a:xfrm rot="16200000">
            <a:off x="5006641" y="1708475"/>
            <a:ext cx="283304" cy="866834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아래쪽 화살표 21"/>
          <p:cNvSpPr/>
          <p:nvPr/>
        </p:nvSpPr>
        <p:spPr>
          <a:xfrm rot="10800000">
            <a:off x="6510351" y="2395530"/>
            <a:ext cx="283304" cy="866834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676512" y="1898325"/>
            <a:ext cx="2071702" cy="492443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※ </a:t>
            </a:r>
            <a:r>
              <a:rPr lang="ko-KR" altLang="en-US" sz="1300" dirty="0" smtClean="0"/>
              <a:t>볼륨 조절 </a:t>
            </a:r>
            <a:r>
              <a:rPr lang="ko-KR" altLang="en-US" sz="1300" dirty="0" smtClean="0"/>
              <a:t>좌우 스피커 각각 따로 조절</a:t>
            </a:r>
            <a:endParaRPr lang="en-US" altLang="ko-KR" sz="13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928662" y="428604"/>
            <a:ext cx="25555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/>
              <a:t>2. </a:t>
            </a:r>
            <a:r>
              <a:rPr lang="ko-KR" altLang="en-US" sz="2000" b="1" dirty="0" smtClean="0"/>
              <a:t>폴더 선택 및 실행</a:t>
            </a:r>
            <a:endParaRPr lang="ko-KR" altLang="en-US" sz="2000" b="1" dirty="0"/>
          </a:p>
        </p:txBody>
      </p:sp>
      <p:pic>
        <p:nvPicPr>
          <p:cNvPr id="7" name="그림 6" descr="20140922_09254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3857646"/>
            <a:ext cx="3809995" cy="2143122"/>
          </a:xfrm>
          <a:prstGeom prst="rect">
            <a:avLst/>
          </a:prstGeom>
        </p:spPr>
      </p:pic>
      <p:pic>
        <p:nvPicPr>
          <p:cNvPr id="8" name="그림 7" descr="20140922_0925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2910" y="1357298"/>
            <a:ext cx="3809995" cy="2143122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2162158" y="2257417"/>
            <a:ext cx="71438" cy="14287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 rot="5400000">
            <a:off x="3214678" y="2328855"/>
            <a:ext cx="357190" cy="50006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376472" y="2798416"/>
            <a:ext cx="2071702" cy="692497"/>
          </a:xfrm>
          <a:prstGeom prst="rect">
            <a:avLst/>
          </a:prstGeom>
          <a:blipFill>
            <a:blip r:embed="rId4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1. </a:t>
            </a:r>
            <a:r>
              <a:rPr lang="ko-KR" altLang="en-US" sz="1300" dirty="0" smtClean="0"/>
              <a:t>좌우 버튼을 이용하여 깜빡이는 커서를 하단 </a:t>
            </a:r>
            <a:r>
              <a:rPr lang="ko-KR" altLang="en-US" sz="1300" dirty="0" smtClean="0"/>
              <a:t>중간에 위치 시킨다</a:t>
            </a:r>
            <a:r>
              <a:rPr lang="en-US" altLang="ko-KR" sz="1300" dirty="0" smtClean="0"/>
              <a:t>.</a:t>
            </a:r>
            <a:endParaRPr lang="en-US" altLang="ko-KR" sz="1300" dirty="0" smtClean="0"/>
          </a:p>
        </p:txBody>
      </p:sp>
      <p:pic>
        <p:nvPicPr>
          <p:cNvPr id="11" name="그림 10" descr="20140922_0925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86314" y="1357298"/>
            <a:ext cx="3809995" cy="2143122"/>
          </a:xfrm>
          <a:prstGeom prst="rect">
            <a:avLst/>
          </a:prstGeom>
        </p:spPr>
      </p:pic>
      <p:sp>
        <p:nvSpPr>
          <p:cNvPr id="13" name="타원 12"/>
          <p:cNvSpPr/>
          <p:nvPr/>
        </p:nvSpPr>
        <p:spPr>
          <a:xfrm rot="5400000">
            <a:off x="6929422" y="2252654"/>
            <a:ext cx="642942" cy="35719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6519844" y="2995609"/>
            <a:ext cx="2071702" cy="492443"/>
          </a:xfrm>
          <a:prstGeom prst="rect">
            <a:avLst/>
          </a:prstGeom>
          <a:blipFill>
            <a:blip r:embed="rId4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2. +, - </a:t>
            </a:r>
            <a:r>
              <a:rPr lang="ko-KR" altLang="en-US" sz="1300" dirty="0" smtClean="0"/>
              <a:t>버튼을 이용하여</a:t>
            </a:r>
            <a:endParaRPr lang="en-US" altLang="ko-KR" sz="1300" dirty="0" smtClean="0"/>
          </a:p>
          <a:p>
            <a:r>
              <a:rPr lang="ko-KR" altLang="en-US" sz="1300" dirty="0" smtClean="0"/>
              <a:t>폴더 리스트를 변경한다</a:t>
            </a:r>
            <a:r>
              <a:rPr lang="en-US" altLang="ko-KR" sz="1300" dirty="0" smtClean="0"/>
              <a:t>.</a:t>
            </a:r>
            <a:endParaRPr lang="en-US" altLang="ko-KR" sz="1300" dirty="0" smtClean="0"/>
          </a:p>
        </p:txBody>
      </p:sp>
      <p:sp>
        <p:nvSpPr>
          <p:cNvPr id="15" name="타원 14"/>
          <p:cNvSpPr/>
          <p:nvPr/>
        </p:nvSpPr>
        <p:spPr>
          <a:xfrm rot="5400000">
            <a:off x="6069784" y="2145497"/>
            <a:ext cx="142876" cy="35719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 rot="5400000">
            <a:off x="3693313" y="4926835"/>
            <a:ext cx="357190" cy="28575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57224" y="5308271"/>
            <a:ext cx="3581425" cy="692497"/>
          </a:xfrm>
          <a:prstGeom prst="rect">
            <a:avLst/>
          </a:prstGeom>
          <a:blipFill>
            <a:blip r:embed="rId4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3. </a:t>
            </a:r>
            <a:r>
              <a:rPr lang="ko-KR" altLang="en-US" sz="1300" dirty="0" err="1" smtClean="0"/>
              <a:t>펑션</a:t>
            </a:r>
            <a:r>
              <a:rPr lang="en-US" altLang="ko-KR" sz="1300" dirty="0" smtClean="0"/>
              <a:t>(FCTN) </a:t>
            </a:r>
            <a:r>
              <a:rPr lang="ko-KR" altLang="en-US" sz="1300" dirty="0" smtClean="0"/>
              <a:t>키를 </a:t>
            </a:r>
            <a:r>
              <a:rPr lang="ko-KR" altLang="en-US" sz="1300" dirty="0" err="1" smtClean="0"/>
              <a:t>두번</a:t>
            </a:r>
            <a:r>
              <a:rPr lang="ko-KR" altLang="en-US" sz="1300" dirty="0" smtClean="0"/>
              <a:t> 누르면 다음과 같이 </a:t>
            </a:r>
            <a:endParaRPr lang="en-US" altLang="ko-KR" sz="1300" dirty="0" smtClean="0"/>
          </a:p>
          <a:p>
            <a:r>
              <a:rPr lang="en-US" altLang="ko-KR" sz="1300" dirty="0" smtClean="0"/>
              <a:t>    ‘2. All Play’ </a:t>
            </a:r>
          </a:p>
          <a:p>
            <a:r>
              <a:rPr lang="ko-KR" altLang="en-US" sz="1300" dirty="0" smtClean="0"/>
              <a:t>항목이 표시된다</a:t>
            </a:r>
            <a:endParaRPr lang="en-US" altLang="ko-KR" sz="1300" dirty="0" smtClean="0"/>
          </a:p>
        </p:txBody>
      </p:sp>
      <p:pic>
        <p:nvPicPr>
          <p:cNvPr id="18" name="그림 17" descr="20140922_09254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86314" y="3852865"/>
            <a:ext cx="3809995" cy="2143122"/>
          </a:xfrm>
          <a:prstGeom prst="rect">
            <a:avLst/>
          </a:prstGeom>
        </p:spPr>
      </p:pic>
      <p:sp>
        <p:nvSpPr>
          <p:cNvPr id="19" name="타원 18"/>
          <p:cNvSpPr/>
          <p:nvPr/>
        </p:nvSpPr>
        <p:spPr>
          <a:xfrm rot="5400000">
            <a:off x="7108049" y="4531526"/>
            <a:ext cx="357190" cy="28575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6510351" y="5281625"/>
            <a:ext cx="2071702" cy="692497"/>
          </a:xfrm>
          <a:prstGeom prst="rect">
            <a:avLst/>
          </a:prstGeom>
          <a:blipFill>
            <a:blip r:embed="rId4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4. ‘+/</a:t>
            </a:r>
            <a:r>
              <a:rPr lang="en-US" altLang="ko-KR" sz="1300" dirty="0" smtClean="0"/>
              <a:t>YES’ </a:t>
            </a:r>
            <a:r>
              <a:rPr lang="ko-KR" altLang="en-US" sz="1300" dirty="0" smtClean="0"/>
              <a:t>버튼을 사용하여 폴더 내 곡들을 전부 재생시킨다</a:t>
            </a:r>
            <a:r>
              <a:rPr lang="en-US" altLang="ko-KR" sz="1300" dirty="0" smtClean="0"/>
              <a:t>.</a:t>
            </a:r>
            <a:endParaRPr lang="en-US" altLang="ko-KR" sz="13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928662" y="428604"/>
            <a:ext cx="16065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 smtClean="0"/>
              <a:t>3. </a:t>
            </a:r>
            <a:r>
              <a:rPr lang="ko-KR" altLang="en-US" sz="2000" b="1" dirty="0" smtClean="0"/>
              <a:t>종료 방법</a:t>
            </a:r>
            <a:endParaRPr lang="ko-KR" altLang="en-US" sz="2000" b="1" dirty="0"/>
          </a:p>
        </p:txBody>
      </p:sp>
      <p:sp>
        <p:nvSpPr>
          <p:cNvPr id="18" name="타원 17"/>
          <p:cNvSpPr/>
          <p:nvPr/>
        </p:nvSpPr>
        <p:spPr>
          <a:xfrm>
            <a:off x="6662752" y="4705359"/>
            <a:ext cx="357190" cy="35719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000892" y="6572272"/>
            <a:ext cx="21431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문의 </a:t>
            </a:r>
            <a:r>
              <a:rPr lang="en-US" altLang="ko-KR" sz="1000" dirty="0" smtClean="0"/>
              <a:t>: </a:t>
            </a:r>
            <a:r>
              <a:rPr lang="ko-KR" altLang="en-US" sz="1000" dirty="0" smtClean="0"/>
              <a:t> 유동균  </a:t>
            </a:r>
            <a:r>
              <a:rPr lang="en-US" altLang="ko-KR" sz="1000" dirty="0" smtClean="0"/>
              <a:t>010 – 9222 - 6952</a:t>
            </a:r>
            <a:endParaRPr lang="ko-KR" altLang="en-US" sz="1000" dirty="0"/>
          </a:p>
        </p:txBody>
      </p:sp>
      <p:pic>
        <p:nvPicPr>
          <p:cNvPr id="20" name="그림 19" descr="20140922_09261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1282" y="3143248"/>
            <a:ext cx="5334038" cy="3000396"/>
          </a:xfrm>
          <a:prstGeom prst="rect">
            <a:avLst/>
          </a:prstGeom>
        </p:spPr>
      </p:pic>
      <p:sp>
        <p:nvSpPr>
          <p:cNvPr id="21" name="아래쪽 화살표 20"/>
          <p:cNvSpPr/>
          <p:nvPr/>
        </p:nvSpPr>
        <p:spPr>
          <a:xfrm rot="10800000">
            <a:off x="1947844" y="4581533"/>
            <a:ext cx="142877" cy="1023946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1876406" y="4235164"/>
            <a:ext cx="295277" cy="28921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3776657" y="3338512"/>
            <a:ext cx="1428760" cy="64294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715008" y="3286124"/>
            <a:ext cx="2643206" cy="292388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1</a:t>
            </a:r>
            <a:r>
              <a:rPr lang="en-US" altLang="ko-KR" sz="1300" dirty="0" smtClean="0"/>
              <a:t>. </a:t>
            </a:r>
            <a:r>
              <a:rPr lang="ko-KR" altLang="en-US" sz="1300" dirty="0" smtClean="0"/>
              <a:t>앰프의 전원버튼을 내린다</a:t>
            </a:r>
            <a:r>
              <a:rPr lang="en-US" altLang="ko-KR" sz="1300" dirty="0" smtClean="0"/>
              <a:t>.</a:t>
            </a:r>
            <a:endParaRPr lang="en-US" altLang="ko-KR" sz="13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347633" y="5641676"/>
            <a:ext cx="2847996" cy="492443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2. </a:t>
            </a:r>
            <a:r>
              <a:rPr lang="ko-KR" altLang="en-US" sz="1300" dirty="0" smtClean="0"/>
              <a:t>오르간의 전원 버튼을 누른 후 </a:t>
            </a:r>
            <a:r>
              <a:rPr lang="ko-KR" altLang="en-US" sz="1300" dirty="0" smtClean="0"/>
              <a:t>오르간 덮게 커버를 내린다</a:t>
            </a:r>
            <a:r>
              <a:rPr lang="en-US" altLang="ko-KR" sz="1300" dirty="0" smtClean="0"/>
              <a:t>.</a:t>
            </a:r>
            <a:endParaRPr lang="en-US" altLang="ko-KR" sz="1300" dirty="0" smtClean="0"/>
          </a:p>
        </p:txBody>
      </p:sp>
      <p:pic>
        <p:nvPicPr>
          <p:cNvPr id="26" name="그림 25" descr="20140922_09251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857752" y="785794"/>
            <a:ext cx="3929089" cy="2210113"/>
          </a:xfrm>
          <a:prstGeom prst="rect">
            <a:avLst/>
          </a:prstGeom>
        </p:spPr>
      </p:pic>
      <p:sp>
        <p:nvSpPr>
          <p:cNvPr id="27" name="아래쪽 화살표 26"/>
          <p:cNvSpPr/>
          <p:nvPr/>
        </p:nvSpPr>
        <p:spPr>
          <a:xfrm rot="12718608">
            <a:off x="5132998" y="2888425"/>
            <a:ext cx="283304" cy="581082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515114" y="2024052"/>
            <a:ext cx="257177" cy="32861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아래쪽 화살표 30"/>
          <p:cNvSpPr/>
          <p:nvPr/>
        </p:nvSpPr>
        <p:spPr>
          <a:xfrm rot="10800000">
            <a:off x="6510351" y="2395530"/>
            <a:ext cx="283304" cy="866834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1000100" y="2571744"/>
            <a:ext cx="2247916" cy="292388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300" dirty="0" smtClean="0"/>
              <a:t>※ </a:t>
            </a:r>
            <a:r>
              <a:rPr lang="ko-KR" altLang="en-US" sz="1300" dirty="0" smtClean="0"/>
              <a:t>켜는 순서와 반대로 진행</a:t>
            </a:r>
            <a:r>
              <a:rPr lang="en-US" altLang="ko-KR" sz="1300" dirty="0" smtClean="0"/>
              <a:t>.</a:t>
            </a:r>
            <a:endParaRPr lang="en-US" altLang="ko-KR" sz="13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148</Words>
  <Application>Microsoft Office PowerPoint</Application>
  <PresentationFormat>화면 슬라이드 쇼(4:3)</PresentationFormat>
  <Paragraphs>19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CHA BIO COMPLEX 알렌 오르간 메뉴얼</vt:lpstr>
      <vt:lpstr>슬라이드 2</vt:lpstr>
      <vt:lpstr>슬라이드 3</vt:lpstr>
      <vt:lpstr>슬라이드 4</vt:lpstr>
    </vt:vector>
  </TitlesOfParts>
  <Company>Samsung Electronics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SEC</dc:creator>
  <cp:lastModifiedBy>User</cp:lastModifiedBy>
  <cp:revision>81</cp:revision>
  <dcterms:created xsi:type="dcterms:W3CDTF">2014-07-10T00:26:12Z</dcterms:created>
  <dcterms:modified xsi:type="dcterms:W3CDTF">2014-09-25T08:36:16Z</dcterms:modified>
</cp:coreProperties>
</file>