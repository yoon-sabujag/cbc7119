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7" r:id="rId3"/>
    <p:sldMasterId id="2147483710" r:id="rId4"/>
    <p:sldMasterId id="2147483723" r:id="rId5"/>
    <p:sldMasterId id="2147483736" r:id="rId6"/>
    <p:sldMasterId id="2147483749" r:id="rId7"/>
  </p:sldMasterIdLst>
  <p:sldIdLst>
    <p:sldId id="256" r:id="rId8"/>
    <p:sldId id="260" r:id="rId9"/>
    <p:sldId id="257" r:id="rId10"/>
    <p:sldId id="261" r:id="rId11"/>
    <p:sldId id="262" r:id="rId12"/>
    <p:sldId id="263" r:id="rId13"/>
    <p:sldId id="264" r:id="rId14"/>
    <p:sldId id="265" r:id="rId15"/>
    <p:sldId id="259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7470"/>
    <a:srgbClr val="3880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wmf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.wmf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5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.wmf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.wmf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49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60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2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91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3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75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87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7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40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83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17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62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62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53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60"/>
          <p:cNvGraphicFramePr>
            <a:graphicFrameLocks noChangeAspect="1"/>
          </p:cNvGraphicFramePr>
          <p:nvPr/>
        </p:nvGraphicFramePr>
        <p:xfrm>
          <a:off x="171451" y="6411938"/>
          <a:ext cx="35169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패키지" r:id="rId3" imgW="380880" imgH="485640" progId="Package">
                  <p:embed/>
                </p:oleObj>
              </mc:Choice>
              <mc:Fallback>
                <p:oleObj name="패키지" r:id="rId3" imgW="380880" imgH="485640" progId="Pack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1" y="6411938"/>
                        <a:ext cx="35169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064"/>
          <p:cNvSpPr>
            <a:spLocks noChangeArrowheads="1"/>
          </p:cNvSpPr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gradFill rotWithShape="0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957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310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435" y="4406925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24334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3" y="1600206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2338" y="1600206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976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282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282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110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2024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3390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7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538" y="273075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7" y="1435103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487669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20206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5566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63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7" y="274663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0694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 noEditPoints="1"/>
          </p:cNvSpPr>
          <p:nvPr/>
        </p:nvSpPr>
        <p:spPr bwMode="blackGray">
          <a:xfrm>
            <a:off x="6820592" y="428628"/>
            <a:ext cx="2323440" cy="6000768"/>
          </a:xfrm>
          <a:custGeom>
            <a:avLst/>
            <a:gdLst/>
            <a:ahLst/>
            <a:cxnLst>
              <a:cxn ang="0">
                <a:pos x="487" y="2402"/>
              </a:cxn>
              <a:cxn ang="0">
                <a:pos x="608" y="2460"/>
              </a:cxn>
              <a:cxn ang="0">
                <a:pos x="610" y="2554"/>
              </a:cxn>
              <a:cxn ang="0">
                <a:pos x="893" y="2559"/>
              </a:cxn>
              <a:cxn ang="0">
                <a:pos x="772" y="2424"/>
              </a:cxn>
              <a:cxn ang="0">
                <a:pos x="334" y="2346"/>
              </a:cxn>
              <a:cxn ang="0">
                <a:pos x="447" y="2270"/>
              </a:cxn>
              <a:cxn ang="0">
                <a:pos x="696" y="2192"/>
              </a:cxn>
              <a:cxn ang="0">
                <a:pos x="801" y="2254"/>
              </a:cxn>
              <a:cxn ang="0">
                <a:pos x="914" y="2229"/>
              </a:cxn>
              <a:cxn ang="0">
                <a:pos x="996" y="2221"/>
              </a:cxn>
              <a:cxn ang="0">
                <a:pos x="833" y="2000"/>
              </a:cxn>
              <a:cxn ang="0">
                <a:pos x="891" y="2021"/>
              </a:cxn>
              <a:cxn ang="0">
                <a:pos x="603" y="1981"/>
              </a:cxn>
              <a:cxn ang="0">
                <a:pos x="334" y="2185"/>
              </a:cxn>
              <a:cxn ang="0">
                <a:pos x="415" y="2205"/>
              </a:cxn>
              <a:cxn ang="0">
                <a:pos x="568" y="2097"/>
              </a:cxn>
              <a:cxn ang="0">
                <a:pos x="923" y="1962"/>
              </a:cxn>
              <a:cxn ang="0">
                <a:pos x="707" y="1856"/>
              </a:cxn>
              <a:cxn ang="0">
                <a:pos x="783" y="1877"/>
              </a:cxn>
              <a:cxn ang="0">
                <a:pos x="1024" y="1938"/>
              </a:cxn>
              <a:cxn ang="0">
                <a:pos x="714" y="1767"/>
              </a:cxn>
              <a:cxn ang="0">
                <a:pos x="773" y="1779"/>
              </a:cxn>
              <a:cxn ang="0">
                <a:pos x="321" y="1789"/>
              </a:cxn>
              <a:cxn ang="0">
                <a:pos x="478" y="1916"/>
              </a:cxn>
              <a:cxn ang="0">
                <a:pos x="561" y="1954"/>
              </a:cxn>
              <a:cxn ang="0">
                <a:pos x="429" y="1744"/>
              </a:cxn>
              <a:cxn ang="0">
                <a:pos x="618" y="1731"/>
              </a:cxn>
              <a:cxn ang="0">
                <a:pos x="964" y="1657"/>
              </a:cxn>
              <a:cxn ang="0">
                <a:pos x="499" y="1689"/>
              </a:cxn>
              <a:cxn ang="0">
                <a:pos x="696" y="1680"/>
              </a:cxn>
              <a:cxn ang="0">
                <a:pos x="886" y="1764"/>
              </a:cxn>
              <a:cxn ang="0">
                <a:pos x="363" y="1496"/>
              </a:cxn>
              <a:cxn ang="0">
                <a:pos x="808" y="1481"/>
              </a:cxn>
              <a:cxn ang="0">
                <a:pos x="681" y="1492"/>
              </a:cxn>
              <a:cxn ang="0">
                <a:pos x="956" y="1592"/>
              </a:cxn>
              <a:cxn ang="0">
                <a:pos x="781" y="1312"/>
              </a:cxn>
              <a:cxn ang="0">
                <a:pos x="247" y="1405"/>
              </a:cxn>
              <a:cxn ang="0">
                <a:pos x="959" y="1228"/>
              </a:cxn>
              <a:cxn ang="0">
                <a:pos x="969" y="1142"/>
              </a:cxn>
              <a:cxn ang="0">
                <a:pos x="313" y="1025"/>
              </a:cxn>
              <a:cxn ang="0">
                <a:pos x="305" y="1085"/>
              </a:cxn>
              <a:cxn ang="0">
                <a:pos x="952" y="970"/>
              </a:cxn>
              <a:cxn ang="0">
                <a:pos x="915" y="820"/>
              </a:cxn>
              <a:cxn ang="0">
                <a:pos x="1029" y="881"/>
              </a:cxn>
              <a:cxn ang="0">
                <a:pos x="572" y="977"/>
              </a:cxn>
              <a:cxn ang="0">
                <a:pos x="643" y="757"/>
              </a:cxn>
              <a:cxn ang="0">
                <a:pos x="849" y="1016"/>
              </a:cxn>
              <a:cxn ang="0">
                <a:pos x="825" y="559"/>
              </a:cxn>
              <a:cxn ang="0">
                <a:pos x="1014" y="978"/>
              </a:cxn>
              <a:cxn ang="0">
                <a:pos x="985" y="1730"/>
              </a:cxn>
              <a:cxn ang="0">
                <a:pos x="1046" y="2030"/>
              </a:cxn>
              <a:cxn ang="0">
                <a:pos x="982" y="2783"/>
              </a:cxn>
              <a:cxn ang="0">
                <a:pos x="153" y="2108"/>
              </a:cxn>
              <a:cxn ang="0">
                <a:pos x="137" y="1741"/>
              </a:cxn>
              <a:cxn ang="0">
                <a:pos x="8" y="1398"/>
              </a:cxn>
              <a:cxn ang="0">
                <a:pos x="115" y="1367"/>
              </a:cxn>
              <a:cxn ang="0">
                <a:pos x="174" y="1117"/>
              </a:cxn>
              <a:cxn ang="0">
                <a:pos x="265" y="852"/>
              </a:cxn>
              <a:cxn ang="0">
                <a:pos x="648" y="458"/>
              </a:cxn>
              <a:cxn ang="0">
                <a:pos x="815" y="441"/>
              </a:cxn>
            </a:cxnLst>
            <a:rect l="0" t="0" r="0" b="0"/>
            <a:pathLst>
              <a:path w="1052" h="2787">
                <a:moveTo>
                  <a:pt x="957" y="2608"/>
                </a:moveTo>
                <a:lnTo>
                  <a:pt x="945" y="2627"/>
                </a:lnTo>
                <a:lnTo>
                  <a:pt x="934" y="2646"/>
                </a:lnTo>
                <a:lnTo>
                  <a:pt x="922" y="2665"/>
                </a:lnTo>
                <a:lnTo>
                  <a:pt x="907" y="2684"/>
                </a:lnTo>
                <a:lnTo>
                  <a:pt x="910" y="2684"/>
                </a:lnTo>
                <a:lnTo>
                  <a:pt x="916" y="2685"/>
                </a:lnTo>
                <a:lnTo>
                  <a:pt x="926" y="2686"/>
                </a:lnTo>
                <a:lnTo>
                  <a:pt x="938" y="2688"/>
                </a:lnTo>
                <a:lnTo>
                  <a:pt x="952" y="2690"/>
                </a:lnTo>
                <a:lnTo>
                  <a:pt x="966" y="2693"/>
                </a:lnTo>
                <a:lnTo>
                  <a:pt x="979" y="2696"/>
                </a:lnTo>
                <a:lnTo>
                  <a:pt x="990" y="2699"/>
                </a:lnTo>
                <a:lnTo>
                  <a:pt x="989" y="2696"/>
                </a:lnTo>
                <a:lnTo>
                  <a:pt x="987" y="2691"/>
                </a:lnTo>
                <a:lnTo>
                  <a:pt x="983" y="2681"/>
                </a:lnTo>
                <a:lnTo>
                  <a:pt x="980" y="2670"/>
                </a:lnTo>
                <a:lnTo>
                  <a:pt x="975" y="2658"/>
                </a:lnTo>
                <a:lnTo>
                  <a:pt x="970" y="2644"/>
                </a:lnTo>
                <a:lnTo>
                  <a:pt x="965" y="2630"/>
                </a:lnTo>
                <a:lnTo>
                  <a:pt x="957" y="2608"/>
                </a:lnTo>
                <a:close/>
                <a:moveTo>
                  <a:pt x="454" y="2402"/>
                </a:moveTo>
                <a:lnTo>
                  <a:pt x="421" y="2410"/>
                </a:lnTo>
                <a:lnTo>
                  <a:pt x="470" y="2463"/>
                </a:lnTo>
                <a:lnTo>
                  <a:pt x="478" y="2463"/>
                </a:lnTo>
                <a:lnTo>
                  <a:pt x="487" y="2402"/>
                </a:lnTo>
                <a:lnTo>
                  <a:pt x="454" y="2402"/>
                </a:lnTo>
                <a:close/>
                <a:moveTo>
                  <a:pt x="758" y="2306"/>
                </a:moveTo>
                <a:lnTo>
                  <a:pt x="731" y="2308"/>
                </a:lnTo>
                <a:lnTo>
                  <a:pt x="706" y="2312"/>
                </a:lnTo>
                <a:lnTo>
                  <a:pt x="680" y="2317"/>
                </a:lnTo>
                <a:lnTo>
                  <a:pt x="654" y="2324"/>
                </a:lnTo>
                <a:lnTo>
                  <a:pt x="630" y="2334"/>
                </a:lnTo>
                <a:lnTo>
                  <a:pt x="608" y="2344"/>
                </a:lnTo>
                <a:lnTo>
                  <a:pt x="588" y="2355"/>
                </a:lnTo>
                <a:lnTo>
                  <a:pt x="570" y="2367"/>
                </a:lnTo>
                <a:lnTo>
                  <a:pt x="555" y="2382"/>
                </a:lnTo>
                <a:lnTo>
                  <a:pt x="543" y="2396"/>
                </a:lnTo>
                <a:lnTo>
                  <a:pt x="535" y="2412"/>
                </a:lnTo>
                <a:lnTo>
                  <a:pt x="531" y="2428"/>
                </a:lnTo>
                <a:lnTo>
                  <a:pt x="531" y="2445"/>
                </a:lnTo>
                <a:lnTo>
                  <a:pt x="536" y="2463"/>
                </a:lnTo>
                <a:lnTo>
                  <a:pt x="545" y="2477"/>
                </a:lnTo>
                <a:lnTo>
                  <a:pt x="555" y="2487"/>
                </a:lnTo>
                <a:lnTo>
                  <a:pt x="567" y="2493"/>
                </a:lnTo>
                <a:lnTo>
                  <a:pt x="580" y="2497"/>
                </a:lnTo>
                <a:lnTo>
                  <a:pt x="592" y="2496"/>
                </a:lnTo>
                <a:lnTo>
                  <a:pt x="604" y="2493"/>
                </a:lnTo>
                <a:lnTo>
                  <a:pt x="614" y="2486"/>
                </a:lnTo>
                <a:lnTo>
                  <a:pt x="622" y="2476"/>
                </a:lnTo>
                <a:lnTo>
                  <a:pt x="627" y="2463"/>
                </a:lnTo>
                <a:lnTo>
                  <a:pt x="608" y="2460"/>
                </a:lnTo>
                <a:lnTo>
                  <a:pt x="596" y="2458"/>
                </a:lnTo>
                <a:lnTo>
                  <a:pt x="586" y="2454"/>
                </a:lnTo>
                <a:lnTo>
                  <a:pt x="580" y="2448"/>
                </a:lnTo>
                <a:lnTo>
                  <a:pt x="577" y="2439"/>
                </a:lnTo>
                <a:lnTo>
                  <a:pt x="578" y="2427"/>
                </a:lnTo>
                <a:lnTo>
                  <a:pt x="584" y="2416"/>
                </a:lnTo>
                <a:lnTo>
                  <a:pt x="592" y="2405"/>
                </a:lnTo>
                <a:lnTo>
                  <a:pt x="603" y="2397"/>
                </a:lnTo>
                <a:lnTo>
                  <a:pt x="615" y="2391"/>
                </a:lnTo>
                <a:lnTo>
                  <a:pt x="629" y="2387"/>
                </a:lnTo>
                <a:lnTo>
                  <a:pt x="642" y="2386"/>
                </a:lnTo>
                <a:lnTo>
                  <a:pt x="656" y="2388"/>
                </a:lnTo>
                <a:lnTo>
                  <a:pt x="670" y="2394"/>
                </a:lnTo>
                <a:lnTo>
                  <a:pt x="682" y="2404"/>
                </a:lnTo>
                <a:lnTo>
                  <a:pt x="693" y="2417"/>
                </a:lnTo>
                <a:lnTo>
                  <a:pt x="696" y="2425"/>
                </a:lnTo>
                <a:lnTo>
                  <a:pt x="698" y="2435"/>
                </a:lnTo>
                <a:lnTo>
                  <a:pt x="698" y="2447"/>
                </a:lnTo>
                <a:lnTo>
                  <a:pt x="696" y="2460"/>
                </a:lnTo>
                <a:lnTo>
                  <a:pt x="693" y="2474"/>
                </a:lnTo>
                <a:lnTo>
                  <a:pt x="686" y="2489"/>
                </a:lnTo>
                <a:lnTo>
                  <a:pt x="677" y="2504"/>
                </a:lnTo>
                <a:lnTo>
                  <a:pt x="666" y="2518"/>
                </a:lnTo>
                <a:lnTo>
                  <a:pt x="651" y="2531"/>
                </a:lnTo>
                <a:lnTo>
                  <a:pt x="632" y="2544"/>
                </a:lnTo>
                <a:lnTo>
                  <a:pt x="610" y="2554"/>
                </a:lnTo>
                <a:lnTo>
                  <a:pt x="631" y="2570"/>
                </a:lnTo>
                <a:lnTo>
                  <a:pt x="653" y="2584"/>
                </a:lnTo>
                <a:lnTo>
                  <a:pt x="677" y="2597"/>
                </a:lnTo>
                <a:lnTo>
                  <a:pt x="700" y="2610"/>
                </a:lnTo>
                <a:lnTo>
                  <a:pt x="724" y="2622"/>
                </a:lnTo>
                <a:lnTo>
                  <a:pt x="747" y="2632"/>
                </a:lnTo>
                <a:lnTo>
                  <a:pt x="769" y="2642"/>
                </a:lnTo>
                <a:lnTo>
                  <a:pt x="790" y="2650"/>
                </a:lnTo>
                <a:lnTo>
                  <a:pt x="808" y="2658"/>
                </a:lnTo>
                <a:lnTo>
                  <a:pt x="838" y="2667"/>
                </a:lnTo>
                <a:lnTo>
                  <a:pt x="849" y="2669"/>
                </a:lnTo>
                <a:lnTo>
                  <a:pt x="855" y="2669"/>
                </a:lnTo>
                <a:lnTo>
                  <a:pt x="858" y="2669"/>
                </a:lnTo>
                <a:lnTo>
                  <a:pt x="860" y="2660"/>
                </a:lnTo>
                <a:lnTo>
                  <a:pt x="862" y="2650"/>
                </a:lnTo>
                <a:lnTo>
                  <a:pt x="867" y="2637"/>
                </a:lnTo>
                <a:lnTo>
                  <a:pt x="872" y="2625"/>
                </a:lnTo>
                <a:lnTo>
                  <a:pt x="878" y="2610"/>
                </a:lnTo>
                <a:lnTo>
                  <a:pt x="884" y="2597"/>
                </a:lnTo>
                <a:lnTo>
                  <a:pt x="890" y="2584"/>
                </a:lnTo>
                <a:lnTo>
                  <a:pt x="895" y="2572"/>
                </a:lnTo>
                <a:lnTo>
                  <a:pt x="900" y="2561"/>
                </a:lnTo>
                <a:lnTo>
                  <a:pt x="904" y="2553"/>
                </a:lnTo>
                <a:lnTo>
                  <a:pt x="906" y="2548"/>
                </a:lnTo>
                <a:lnTo>
                  <a:pt x="907" y="2547"/>
                </a:lnTo>
                <a:lnTo>
                  <a:pt x="893" y="2559"/>
                </a:lnTo>
                <a:lnTo>
                  <a:pt x="880" y="2568"/>
                </a:lnTo>
                <a:lnTo>
                  <a:pt x="864" y="2572"/>
                </a:lnTo>
                <a:lnTo>
                  <a:pt x="848" y="2574"/>
                </a:lnTo>
                <a:lnTo>
                  <a:pt x="829" y="2573"/>
                </a:lnTo>
                <a:lnTo>
                  <a:pt x="810" y="2571"/>
                </a:lnTo>
                <a:lnTo>
                  <a:pt x="790" y="2570"/>
                </a:lnTo>
                <a:lnTo>
                  <a:pt x="767" y="2570"/>
                </a:lnTo>
                <a:lnTo>
                  <a:pt x="769" y="2567"/>
                </a:lnTo>
                <a:lnTo>
                  <a:pt x="774" y="2561"/>
                </a:lnTo>
                <a:lnTo>
                  <a:pt x="783" y="2554"/>
                </a:lnTo>
                <a:lnTo>
                  <a:pt x="792" y="2545"/>
                </a:lnTo>
                <a:lnTo>
                  <a:pt x="804" y="2535"/>
                </a:lnTo>
                <a:lnTo>
                  <a:pt x="816" y="2524"/>
                </a:lnTo>
                <a:lnTo>
                  <a:pt x="829" y="2513"/>
                </a:lnTo>
                <a:lnTo>
                  <a:pt x="842" y="2501"/>
                </a:lnTo>
                <a:lnTo>
                  <a:pt x="856" y="2490"/>
                </a:lnTo>
                <a:lnTo>
                  <a:pt x="880" y="2470"/>
                </a:lnTo>
                <a:lnTo>
                  <a:pt x="889" y="2462"/>
                </a:lnTo>
                <a:lnTo>
                  <a:pt x="896" y="2455"/>
                </a:lnTo>
                <a:lnTo>
                  <a:pt x="901" y="2452"/>
                </a:lnTo>
                <a:lnTo>
                  <a:pt x="903" y="2450"/>
                </a:lnTo>
                <a:lnTo>
                  <a:pt x="876" y="2452"/>
                </a:lnTo>
                <a:lnTo>
                  <a:pt x="853" y="2451"/>
                </a:lnTo>
                <a:lnTo>
                  <a:pt x="833" y="2450"/>
                </a:lnTo>
                <a:lnTo>
                  <a:pt x="767" y="2440"/>
                </a:lnTo>
                <a:lnTo>
                  <a:pt x="772" y="2424"/>
                </a:lnTo>
                <a:lnTo>
                  <a:pt x="781" y="2409"/>
                </a:lnTo>
                <a:lnTo>
                  <a:pt x="794" y="2397"/>
                </a:lnTo>
                <a:lnTo>
                  <a:pt x="809" y="2386"/>
                </a:lnTo>
                <a:lnTo>
                  <a:pt x="827" y="2377"/>
                </a:lnTo>
                <a:lnTo>
                  <a:pt x="846" y="2372"/>
                </a:lnTo>
                <a:lnTo>
                  <a:pt x="864" y="2367"/>
                </a:lnTo>
                <a:lnTo>
                  <a:pt x="882" y="2366"/>
                </a:lnTo>
                <a:lnTo>
                  <a:pt x="900" y="2367"/>
                </a:lnTo>
                <a:lnTo>
                  <a:pt x="915" y="2372"/>
                </a:lnTo>
                <a:lnTo>
                  <a:pt x="904" y="2355"/>
                </a:lnTo>
                <a:lnTo>
                  <a:pt x="891" y="2340"/>
                </a:lnTo>
                <a:lnTo>
                  <a:pt x="873" y="2328"/>
                </a:lnTo>
                <a:lnTo>
                  <a:pt x="853" y="2319"/>
                </a:lnTo>
                <a:lnTo>
                  <a:pt x="832" y="2313"/>
                </a:lnTo>
                <a:lnTo>
                  <a:pt x="808" y="2308"/>
                </a:lnTo>
                <a:lnTo>
                  <a:pt x="783" y="2306"/>
                </a:lnTo>
                <a:lnTo>
                  <a:pt x="758" y="2306"/>
                </a:lnTo>
                <a:close/>
                <a:moveTo>
                  <a:pt x="371" y="2235"/>
                </a:moveTo>
                <a:lnTo>
                  <a:pt x="339" y="2240"/>
                </a:lnTo>
                <a:lnTo>
                  <a:pt x="299" y="2249"/>
                </a:lnTo>
                <a:lnTo>
                  <a:pt x="280" y="2253"/>
                </a:lnTo>
                <a:lnTo>
                  <a:pt x="264" y="2257"/>
                </a:lnTo>
                <a:lnTo>
                  <a:pt x="279" y="2280"/>
                </a:lnTo>
                <a:lnTo>
                  <a:pt x="295" y="2303"/>
                </a:lnTo>
                <a:lnTo>
                  <a:pt x="313" y="2325"/>
                </a:lnTo>
                <a:lnTo>
                  <a:pt x="334" y="2346"/>
                </a:lnTo>
                <a:lnTo>
                  <a:pt x="356" y="2365"/>
                </a:lnTo>
                <a:lnTo>
                  <a:pt x="379" y="2382"/>
                </a:lnTo>
                <a:lnTo>
                  <a:pt x="404" y="2394"/>
                </a:lnTo>
                <a:lnTo>
                  <a:pt x="411" y="2387"/>
                </a:lnTo>
                <a:lnTo>
                  <a:pt x="428" y="2370"/>
                </a:lnTo>
                <a:lnTo>
                  <a:pt x="436" y="2361"/>
                </a:lnTo>
                <a:lnTo>
                  <a:pt x="444" y="2352"/>
                </a:lnTo>
                <a:lnTo>
                  <a:pt x="452" y="2345"/>
                </a:lnTo>
                <a:lnTo>
                  <a:pt x="457" y="2339"/>
                </a:lnTo>
                <a:lnTo>
                  <a:pt x="461" y="2335"/>
                </a:lnTo>
                <a:lnTo>
                  <a:pt x="462" y="2334"/>
                </a:lnTo>
                <a:lnTo>
                  <a:pt x="444" y="2336"/>
                </a:lnTo>
                <a:lnTo>
                  <a:pt x="430" y="2337"/>
                </a:lnTo>
                <a:lnTo>
                  <a:pt x="417" y="2335"/>
                </a:lnTo>
                <a:lnTo>
                  <a:pt x="405" y="2334"/>
                </a:lnTo>
                <a:lnTo>
                  <a:pt x="394" y="2330"/>
                </a:lnTo>
                <a:lnTo>
                  <a:pt x="383" y="2328"/>
                </a:lnTo>
                <a:lnTo>
                  <a:pt x="371" y="2326"/>
                </a:lnTo>
                <a:lnTo>
                  <a:pt x="373" y="2318"/>
                </a:lnTo>
                <a:lnTo>
                  <a:pt x="375" y="2309"/>
                </a:lnTo>
                <a:lnTo>
                  <a:pt x="379" y="2298"/>
                </a:lnTo>
                <a:lnTo>
                  <a:pt x="387" y="2288"/>
                </a:lnTo>
                <a:lnTo>
                  <a:pt x="395" y="2282"/>
                </a:lnTo>
                <a:lnTo>
                  <a:pt x="405" y="2279"/>
                </a:lnTo>
                <a:lnTo>
                  <a:pt x="433" y="2273"/>
                </a:lnTo>
                <a:lnTo>
                  <a:pt x="447" y="2270"/>
                </a:lnTo>
                <a:lnTo>
                  <a:pt x="462" y="2265"/>
                </a:lnTo>
                <a:lnTo>
                  <a:pt x="446" y="2259"/>
                </a:lnTo>
                <a:lnTo>
                  <a:pt x="432" y="2251"/>
                </a:lnTo>
                <a:lnTo>
                  <a:pt x="416" y="2244"/>
                </a:lnTo>
                <a:lnTo>
                  <a:pt x="401" y="2238"/>
                </a:lnTo>
                <a:lnTo>
                  <a:pt x="386" y="2235"/>
                </a:lnTo>
                <a:lnTo>
                  <a:pt x="371" y="2235"/>
                </a:lnTo>
                <a:close/>
                <a:moveTo>
                  <a:pt x="926" y="2137"/>
                </a:moveTo>
                <a:lnTo>
                  <a:pt x="915" y="2146"/>
                </a:lnTo>
                <a:lnTo>
                  <a:pt x="900" y="2155"/>
                </a:lnTo>
                <a:lnTo>
                  <a:pt x="883" y="2167"/>
                </a:lnTo>
                <a:lnTo>
                  <a:pt x="866" y="2179"/>
                </a:lnTo>
                <a:lnTo>
                  <a:pt x="829" y="2202"/>
                </a:lnTo>
                <a:lnTo>
                  <a:pt x="811" y="2213"/>
                </a:lnTo>
                <a:lnTo>
                  <a:pt x="794" y="2224"/>
                </a:lnTo>
                <a:lnTo>
                  <a:pt x="776" y="2231"/>
                </a:lnTo>
                <a:lnTo>
                  <a:pt x="762" y="2236"/>
                </a:lnTo>
                <a:lnTo>
                  <a:pt x="748" y="2238"/>
                </a:lnTo>
                <a:lnTo>
                  <a:pt x="731" y="2237"/>
                </a:lnTo>
                <a:lnTo>
                  <a:pt x="718" y="2235"/>
                </a:lnTo>
                <a:lnTo>
                  <a:pt x="709" y="2231"/>
                </a:lnTo>
                <a:lnTo>
                  <a:pt x="702" y="2225"/>
                </a:lnTo>
                <a:lnTo>
                  <a:pt x="697" y="2218"/>
                </a:lnTo>
                <a:lnTo>
                  <a:pt x="695" y="2211"/>
                </a:lnTo>
                <a:lnTo>
                  <a:pt x="695" y="2202"/>
                </a:lnTo>
                <a:lnTo>
                  <a:pt x="696" y="2192"/>
                </a:lnTo>
                <a:lnTo>
                  <a:pt x="700" y="2180"/>
                </a:lnTo>
                <a:lnTo>
                  <a:pt x="706" y="2173"/>
                </a:lnTo>
                <a:lnTo>
                  <a:pt x="712" y="2169"/>
                </a:lnTo>
                <a:lnTo>
                  <a:pt x="719" y="2167"/>
                </a:lnTo>
                <a:lnTo>
                  <a:pt x="728" y="2168"/>
                </a:lnTo>
                <a:lnTo>
                  <a:pt x="736" y="2170"/>
                </a:lnTo>
                <a:lnTo>
                  <a:pt x="732" y="2165"/>
                </a:lnTo>
                <a:lnTo>
                  <a:pt x="726" y="2160"/>
                </a:lnTo>
                <a:lnTo>
                  <a:pt x="718" y="2157"/>
                </a:lnTo>
                <a:lnTo>
                  <a:pt x="707" y="2156"/>
                </a:lnTo>
                <a:lnTo>
                  <a:pt x="696" y="2158"/>
                </a:lnTo>
                <a:lnTo>
                  <a:pt x="685" y="2166"/>
                </a:lnTo>
                <a:lnTo>
                  <a:pt x="676" y="2176"/>
                </a:lnTo>
                <a:lnTo>
                  <a:pt x="671" y="2188"/>
                </a:lnTo>
                <a:lnTo>
                  <a:pt x="668" y="2202"/>
                </a:lnTo>
                <a:lnTo>
                  <a:pt x="668" y="2216"/>
                </a:lnTo>
                <a:lnTo>
                  <a:pt x="671" y="2229"/>
                </a:lnTo>
                <a:lnTo>
                  <a:pt x="676" y="2240"/>
                </a:lnTo>
                <a:lnTo>
                  <a:pt x="685" y="2250"/>
                </a:lnTo>
                <a:lnTo>
                  <a:pt x="699" y="2259"/>
                </a:lnTo>
                <a:lnTo>
                  <a:pt x="718" y="2265"/>
                </a:lnTo>
                <a:lnTo>
                  <a:pt x="738" y="2268"/>
                </a:lnTo>
                <a:lnTo>
                  <a:pt x="760" y="2268"/>
                </a:lnTo>
                <a:lnTo>
                  <a:pt x="780" y="2264"/>
                </a:lnTo>
                <a:lnTo>
                  <a:pt x="791" y="2260"/>
                </a:lnTo>
                <a:lnTo>
                  <a:pt x="801" y="2254"/>
                </a:lnTo>
                <a:lnTo>
                  <a:pt x="809" y="2248"/>
                </a:lnTo>
                <a:lnTo>
                  <a:pt x="819" y="2241"/>
                </a:lnTo>
                <a:lnTo>
                  <a:pt x="829" y="2233"/>
                </a:lnTo>
                <a:lnTo>
                  <a:pt x="841" y="2223"/>
                </a:lnTo>
                <a:lnTo>
                  <a:pt x="856" y="2211"/>
                </a:lnTo>
                <a:lnTo>
                  <a:pt x="874" y="2196"/>
                </a:lnTo>
                <a:lnTo>
                  <a:pt x="893" y="2188"/>
                </a:lnTo>
                <a:lnTo>
                  <a:pt x="909" y="2184"/>
                </a:lnTo>
                <a:lnTo>
                  <a:pt x="925" y="2185"/>
                </a:lnTo>
                <a:lnTo>
                  <a:pt x="938" y="2188"/>
                </a:lnTo>
                <a:lnTo>
                  <a:pt x="950" y="2193"/>
                </a:lnTo>
                <a:lnTo>
                  <a:pt x="960" y="2202"/>
                </a:lnTo>
                <a:lnTo>
                  <a:pt x="968" y="2210"/>
                </a:lnTo>
                <a:lnTo>
                  <a:pt x="973" y="2219"/>
                </a:lnTo>
                <a:lnTo>
                  <a:pt x="974" y="2225"/>
                </a:lnTo>
                <a:lnTo>
                  <a:pt x="974" y="2240"/>
                </a:lnTo>
                <a:lnTo>
                  <a:pt x="973" y="2247"/>
                </a:lnTo>
                <a:lnTo>
                  <a:pt x="970" y="2254"/>
                </a:lnTo>
                <a:lnTo>
                  <a:pt x="966" y="2259"/>
                </a:lnTo>
                <a:lnTo>
                  <a:pt x="958" y="2262"/>
                </a:lnTo>
                <a:lnTo>
                  <a:pt x="948" y="2262"/>
                </a:lnTo>
                <a:lnTo>
                  <a:pt x="937" y="2259"/>
                </a:lnTo>
                <a:lnTo>
                  <a:pt x="928" y="2254"/>
                </a:lnTo>
                <a:lnTo>
                  <a:pt x="921" y="2248"/>
                </a:lnTo>
                <a:lnTo>
                  <a:pt x="915" y="2240"/>
                </a:lnTo>
                <a:lnTo>
                  <a:pt x="914" y="2229"/>
                </a:lnTo>
                <a:lnTo>
                  <a:pt x="915" y="2219"/>
                </a:lnTo>
                <a:lnTo>
                  <a:pt x="904" y="2228"/>
                </a:lnTo>
                <a:lnTo>
                  <a:pt x="895" y="2240"/>
                </a:lnTo>
                <a:lnTo>
                  <a:pt x="889" y="2252"/>
                </a:lnTo>
                <a:lnTo>
                  <a:pt x="885" y="2266"/>
                </a:lnTo>
                <a:lnTo>
                  <a:pt x="884" y="2279"/>
                </a:lnTo>
                <a:lnTo>
                  <a:pt x="886" y="2290"/>
                </a:lnTo>
                <a:lnTo>
                  <a:pt x="893" y="2297"/>
                </a:lnTo>
                <a:lnTo>
                  <a:pt x="901" y="2305"/>
                </a:lnTo>
                <a:lnTo>
                  <a:pt x="911" y="2311"/>
                </a:lnTo>
                <a:lnTo>
                  <a:pt x="923" y="2317"/>
                </a:lnTo>
                <a:lnTo>
                  <a:pt x="936" y="2323"/>
                </a:lnTo>
                <a:lnTo>
                  <a:pt x="943" y="2328"/>
                </a:lnTo>
                <a:lnTo>
                  <a:pt x="948" y="2333"/>
                </a:lnTo>
                <a:lnTo>
                  <a:pt x="953" y="2336"/>
                </a:lnTo>
                <a:lnTo>
                  <a:pt x="959" y="2338"/>
                </a:lnTo>
                <a:lnTo>
                  <a:pt x="968" y="2339"/>
                </a:lnTo>
                <a:lnTo>
                  <a:pt x="981" y="2341"/>
                </a:lnTo>
                <a:lnTo>
                  <a:pt x="984" y="2332"/>
                </a:lnTo>
                <a:lnTo>
                  <a:pt x="986" y="2323"/>
                </a:lnTo>
                <a:lnTo>
                  <a:pt x="989" y="2313"/>
                </a:lnTo>
                <a:lnTo>
                  <a:pt x="997" y="2297"/>
                </a:lnTo>
                <a:lnTo>
                  <a:pt x="1002" y="2279"/>
                </a:lnTo>
                <a:lnTo>
                  <a:pt x="1002" y="2260"/>
                </a:lnTo>
                <a:lnTo>
                  <a:pt x="1001" y="2240"/>
                </a:lnTo>
                <a:lnTo>
                  <a:pt x="996" y="2221"/>
                </a:lnTo>
                <a:lnTo>
                  <a:pt x="989" y="2202"/>
                </a:lnTo>
                <a:lnTo>
                  <a:pt x="980" y="2185"/>
                </a:lnTo>
                <a:lnTo>
                  <a:pt x="968" y="2169"/>
                </a:lnTo>
                <a:lnTo>
                  <a:pt x="956" y="2155"/>
                </a:lnTo>
                <a:lnTo>
                  <a:pt x="941" y="2144"/>
                </a:lnTo>
                <a:lnTo>
                  <a:pt x="926" y="2137"/>
                </a:lnTo>
                <a:close/>
                <a:moveTo>
                  <a:pt x="709" y="2075"/>
                </a:moveTo>
                <a:lnTo>
                  <a:pt x="602" y="2082"/>
                </a:lnTo>
                <a:lnTo>
                  <a:pt x="602" y="2090"/>
                </a:lnTo>
                <a:lnTo>
                  <a:pt x="627" y="2181"/>
                </a:lnTo>
                <a:lnTo>
                  <a:pt x="631" y="2179"/>
                </a:lnTo>
                <a:lnTo>
                  <a:pt x="637" y="2176"/>
                </a:lnTo>
                <a:lnTo>
                  <a:pt x="641" y="2174"/>
                </a:lnTo>
                <a:lnTo>
                  <a:pt x="645" y="2173"/>
                </a:lnTo>
                <a:lnTo>
                  <a:pt x="651" y="2169"/>
                </a:lnTo>
                <a:lnTo>
                  <a:pt x="659" y="2165"/>
                </a:lnTo>
                <a:lnTo>
                  <a:pt x="669" y="2158"/>
                </a:lnTo>
                <a:lnTo>
                  <a:pt x="681" y="2151"/>
                </a:lnTo>
                <a:lnTo>
                  <a:pt x="693" y="2141"/>
                </a:lnTo>
                <a:lnTo>
                  <a:pt x="706" y="2130"/>
                </a:lnTo>
                <a:lnTo>
                  <a:pt x="717" y="2118"/>
                </a:lnTo>
                <a:lnTo>
                  <a:pt x="728" y="2104"/>
                </a:lnTo>
                <a:lnTo>
                  <a:pt x="736" y="2090"/>
                </a:lnTo>
                <a:lnTo>
                  <a:pt x="742" y="2075"/>
                </a:lnTo>
                <a:lnTo>
                  <a:pt x="709" y="2075"/>
                </a:lnTo>
                <a:close/>
                <a:moveTo>
                  <a:pt x="833" y="2000"/>
                </a:moveTo>
                <a:lnTo>
                  <a:pt x="818" y="2001"/>
                </a:lnTo>
                <a:lnTo>
                  <a:pt x="805" y="2005"/>
                </a:lnTo>
                <a:lnTo>
                  <a:pt x="794" y="2015"/>
                </a:lnTo>
                <a:lnTo>
                  <a:pt x="783" y="2029"/>
                </a:lnTo>
                <a:lnTo>
                  <a:pt x="778" y="2042"/>
                </a:lnTo>
                <a:lnTo>
                  <a:pt x="776" y="2057"/>
                </a:lnTo>
                <a:lnTo>
                  <a:pt x="777" y="2072"/>
                </a:lnTo>
                <a:lnTo>
                  <a:pt x="781" y="2088"/>
                </a:lnTo>
                <a:lnTo>
                  <a:pt x="786" y="2103"/>
                </a:lnTo>
                <a:lnTo>
                  <a:pt x="793" y="2118"/>
                </a:lnTo>
                <a:lnTo>
                  <a:pt x="800" y="2130"/>
                </a:lnTo>
                <a:lnTo>
                  <a:pt x="808" y="2138"/>
                </a:lnTo>
                <a:lnTo>
                  <a:pt x="816" y="2143"/>
                </a:lnTo>
                <a:lnTo>
                  <a:pt x="828" y="2145"/>
                </a:lnTo>
                <a:lnTo>
                  <a:pt x="842" y="2144"/>
                </a:lnTo>
                <a:lnTo>
                  <a:pt x="857" y="2141"/>
                </a:lnTo>
                <a:lnTo>
                  <a:pt x="872" y="2136"/>
                </a:lnTo>
                <a:lnTo>
                  <a:pt x="886" y="2128"/>
                </a:lnTo>
                <a:lnTo>
                  <a:pt x="898" y="2118"/>
                </a:lnTo>
                <a:lnTo>
                  <a:pt x="907" y="2105"/>
                </a:lnTo>
                <a:lnTo>
                  <a:pt x="912" y="2092"/>
                </a:lnTo>
                <a:lnTo>
                  <a:pt x="913" y="2077"/>
                </a:lnTo>
                <a:lnTo>
                  <a:pt x="911" y="2062"/>
                </a:lnTo>
                <a:lnTo>
                  <a:pt x="907" y="2048"/>
                </a:lnTo>
                <a:lnTo>
                  <a:pt x="900" y="2033"/>
                </a:lnTo>
                <a:lnTo>
                  <a:pt x="891" y="2021"/>
                </a:lnTo>
                <a:lnTo>
                  <a:pt x="879" y="2012"/>
                </a:lnTo>
                <a:lnTo>
                  <a:pt x="866" y="2006"/>
                </a:lnTo>
                <a:lnTo>
                  <a:pt x="849" y="2002"/>
                </a:lnTo>
                <a:lnTo>
                  <a:pt x="833" y="2000"/>
                </a:lnTo>
                <a:close/>
                <a:moveTo>
                  <a:pt x="977" y="1980"/>
                </a:moveTo>
                <a:lnTo>
                  <a:pt x="970" y="1982"/>
                </a:lnTo>
                <a:lnTo>
                  <a:pt x="965" y="1986"/>
                </a:lnTo>
                <a:lnTo>
                  <a:pt x="963" y="1990"/>
                </a:lnTo>
                <a:lnTo>
                  <a:pt x="961" y="1996"/>
                </a:lnTo>
                <a:lnTo>
                  <a:pt x="961" y="2004"/>
                </a:lnTo>
                <a:lnTo>
                  <a:pt x="962" y="2010"/>
                </a:lnTo>
                <a:lnTo>
                  <a:pt x="966" y="2017"/>
                </a:lnTo>
                <a:lnTo>
                  <a:pt x="973" y="2021"/>
                </a:lnTo>
                <a:lnTo>
                  <a:pt x="983" y="2023"/>
                </a:lnTo>
                <a:lnTo>
                  <a:pt x="991" y="2022"/>
                </a:lnTo>
                <a:lnTo>
                  <a:pt x="999" y="2018"/>
                </a:lnTo>
                <a:lnTo>
                  <a:pt x="1003" y="2013"/>
                </a:lnTo>
                <a:lnTo>
                  <a:pt x="1006" y="2006"/>
                </a:lnTo>
                <a:lnTo>
                  <a:pt x="1006" y="1998"/>
                </a:lnTo>
                <a:lnTo>
                  <a:pt x="1003" y="1992"/>
                </a:lnTo>
                <a:lnTo>
                  <a:pt x="998" y="1987"/>
                </a:lnTo>
                <a:lnTo>
                  <a:pt x="991" y="1982"/>
                </a:lnTo>
                <a:lnTo>
                  <a:pt x="984" y="1980"/>
                </a:lnTo>
                <a:lnTo>
                  <a:pt x="977" y="1980"/>
                </a:lnTo>
                <a:close/>
                <a:moveTo>
                  <a:pt x="628" y="1971"/>
                </a:moveTo>
                <a:lnTo>
                  <a:pt x="603" y="1981"/>
                </a:lnTo>
                <a:lnTo>
                  <a:pt x="576" y="1988"/>
                </a:lnTo>
                <a:lnTo>
                  <a:pt x="546" y="1996"/>
                </a:lnTo>
                <a:lnTo>
                  <a:pt x="516" y="2004"/>
                </a:lnTo>
                <a:lnTo>
                  <a:pt x="486" y="2010"/>
                </a:lnTo>
                <a:lnTo>
                  <a:pt x="455" y="2017"/>
                </a:lnTo>
                <a:lnTo>
                  <a:pt x="424" y="2024"/>
                </a:lnTo>
                <a:lnTo>
                  <a:pt x="395" y="2031"/>
                </a:lnTo>
                <a:lnTo>
                  <a:pt x="367" y="2037"/>
                </a:lnTo>
                <a:lnTo>
                  <a:pt x="341" y="2045"/>
                </a:lnTo>
                <a:lnTo>
                  <a:pt x="318" y="2053"/>
                </a:lnTo>
                <a:lnTo>
                  <a:pt x="299" y="2062"/>
                </a:lnTo>
                <a:lnTo>
                  <a:pt x="283" y="2072"/>
                </a:lnTo>
                <a:lnTo>
                  <a:pt x="271" y="2082"/>
                </a:lnTo>
                <a:lnTo>
                  <a:pt x="265" y="2094"/>
                </a:lnTo>
                <a:lnTo>
                  <a:pt x="262" y="2107"/>
                </a:lnTo>
                <a:lnTo>
                  <a:pt x="261" y="2121"/>
                </a:lnTo>
                <a:lnTo>
                  <a:pt x="262" y="2136"/>
                </a:lnTo>
                <a:lnTo>
                  <a:pt x="264" y="2150"/>
                </a:lnTo>
                <a:lnTo>
                  <a:pt x="269" y="2163"/>
                </a:lnTo>
                <a:lnTo>
                  <a:pt x="274" y="2174"/>
                </a:lnTo>
                <a:lnTo>
                  <a:pt x="280" y="2181"/>
                </a:lnTo>
                <a:lnTo>
                  <a:pt x="289" y="2185"/>
                </a:lnTo>
                <a:lnTo>
                  <a:pt x="298" y="2188"/>
                </a:lnTo>
                <a:lnTo>
                  <a:pt x="310" y="2189"/>
                </a:lnTo>
                <a:lnTo>
                  <a:pt x="322" y="2188"/>
                </a:lnTo>
                <a:lnTo>
                  <a:pt x="334" y="2185"/>
                </a:lnTo>
                <a:lnTo>
                  <a:pt x="346" y="2179"/>
                </a:lnTo>
                <a:lnTo>
                  <a:pt x="355" y="2170"/>
                </a:lnTo>
                <a:lnTo>
                  <a:pt x="363" y="2158"/>
                </a:lnTo>
                <a:lnTo>
                  <a:pt x="346" y="2160"/>
                </a:lnTo>
                <a:lnTo>
                  <a:pt x="332" y="2160"/>
                </a:lnTo>
                <a:lnTo>
                  <a:pt x="320" y="2157"/>
                </a:lnTo>
                <a:lnTo>
                  <a:pt x="312" y="2151"/>
                </a:lnTo>
                <a:lnTo>
                  <a:pt x="305" y="2144"/>
                </a:lnTo>
                <a:lnTo>
                  <a:pt x="302" y="2136"/>
                </a:lnTo>
                <a:lnTo>
                  <a:pt x="300" y="2126"/>
                </a:lnTo>
                <a:lnTo>
                  <a:pt x="302" y="2113"/>
                </a:lnTo>
                <a:lnTo>
                  <a:pt x="309" y="2101"/>
                </a:lnTo>
                <a:lnTo>
                  <a:pt x="320" y="2092"/>
                </a:lnTo>
                <a:lnTo>
                  <a:pt x="335" y="2086"/>
                </a:lnTo>
                <a:lnTo>
                  <a:pt x="355" y="2082"/>
                </a:lnTo>
                <a:lnTo>
                  <a:pt x="366" y="2084"/>
                </a:lnTo>
                <a:lnTo>
                  <a:pt x="377" y="2089"/>
                </a:lnTo>
                <a:lnTo>
                  <a:pt x="386" y="2099"/>
                </a:lnTo>
                <a:lnTo>
                  <a:pt x="393" y="2112"/>
                </a:lnTo>
                <a:lnTo>
                  <a:pt x="400" y="2127"/>
                </a:lnTo>
                <a:lnTo>
                  <a:pt x="405" y="2145"/>
                </a:lnTo>
                <a:lnTo>
                  <a:pt x="410" y="2163"/>
                </a:lnTo>
                <a:lnTo>
                  <a:pt x="411" y="2184"/>
                </a:lnTo>
                <a:lnTo>
                  <a:pt x="412" y="2204"/>
                </a:lnTo>
                <a:lnTo>
                  <a:pt x="413" y="2205"/>
                </a:lnTo>
                <a:lnTo>
                  <a:pt x="415" y="2205"/>
                </a:lnTo>
                <a:lnTo>
                  <a:pt x="419" y="2203"/>
                </a:lnTo>
                <a:lnTo>
                  <a:pt x="424" y="2202"/>
                </a:lnTo>
                <a:lnTo>
                  <a:pt x="431" y="2201"/>
                </a:lnTo>
                <a:lnTo>
                  <a:pt x="440" y="2201"/>
                </a:lnTo>
                <a:lnTo>
                  <a:pt x="450" y="2202"/>
                </a:lnTo>
                <a:lnTo>
                  <a:pt x="463" y="2205"/>
                </a:lnTo>
                <a:lnTo>
                  <a:pt x="477" y="2211"/>
                </a:lnTo>
                <a:lnTo>
                  <a:pt x="495" y="2219"/>
                </a:lnTo>
                <a:lnTo>
                  <a:pt x="487" y="2203"/>
                </a:lnTo>
                <a:lnTo>
                  <a:pt x="472" y="2173"/>
                </a:lnTo>
                <a:lnTo>
                  <a:pt x="467" y="2158"/>
                </a:lnTo>
                <a:lnTo>
                  <a:pt x="466" y="2144"/>
                </a:lnTo>
                <a:lnTo>
                  <a:pt x="466" y="2130"/>
                </a:lnTo>
                <a:lnTo>
                  <a:pt x="472" y="2117"/>
                </a:lnTo>
                <a:lnTo>
                  <a:pt x="474" y="2117"/>
                </a:lnTo>
                <a:lnTo>
                  <a:pt x="480" y="2119"/>
                </a:lnTo>
                <a:lnTo>
                  <a:pt x="490" y="2121"/>
                </a:lnTo>
                <a:lnTo>
                  <a:pt x="502" y="2126"/>
                </a:lnTo>
                <a:lnTo>
                  <a:pt x="516" y="2135"/>
                </a:lnTo>
                <a:lnTo>
                  <a:pt x="532" y="2146"/>
                </a:lnTo>
                <a:lnTo>
                  <a:pt x="546" y="2161"/>
                </a:lnTo>
                <a:lnTo>
                  <a:pt x="561" y="2181"/>
                </a:lnTo>
                <a:lnTo>
                  <a:pt x="559" y="2156"/>
                </a:lnTo>
                <a:lnTo>
                  <a:pt x="560" y="2133"/>
                </a:lnTo>
                <a:lnTo>
                  <a:pt x="564" y="2114"/>
                </a:lnTo>
                <a:lnTo>
                  <a:pt x="568" y="2097"/>
                </a:lnTo>
                <a:lnTo>
                  <a:pt x="575" y="2082"/>
                </a:lnTo>
                <a:lnTo>
                  <a:pt x="582" y="2069"/>
                </a:lnTo>
                <a:lnTo>
                  <a:pt x="589" y="2056"/>
                </a:lnTo>
                <a:lnTo>
                  <a:pt x="597" y="2044"/>
                </a:lnTo>
                <a:lnTo>
                  <a:pt x="606" y="2031"/>
                </a:lnTo>
                <a:lnTo>
                  <a:pt x="613" y="2019"/>
                </a:lnTo>
                <a:lnTo>
                  <a:pt x="619" y="2005"/>
                </a:lnTo>
                <a:lnTo>
                  <a:pt x="624" y="1989"/>
                </a:lnTo>
                <a:lnTo>
                  <a:pt x="628" y="1971"/>
                </a:lnTo>
                <a:close/>
                <a:moveTo>
                  <a:pt x="909" y="1961"/>
                </a:moveTo>
                <a:lnTo>
                  <a:pt x="904" y="1963"/>
                </a:lnTo>
                <a:lnTo>
                  <a:pt x="899" y="1968"/>
                </a:lnTo>
                <a:lnTo>
                  <a:pt x="896" y="1976"/>
                </a:lnTo>
                <a:lnTo>
                  <a:pt x="897" y="1985"/>
                </a:lnTo>
                <a:lnTo>
                  <a:pt x="901" y="1993"/>
                </a:lnTo>
                <a:lnTo>
                  <a:pt x="906" y="1998"/>
                </a:lnTo>
                <a:lnTo>
                  <a:pt x="913" y="2002"/>
                </a:lnTo>
                <a:lnTo>
                  <a:pt x="922" y="2003"/>
                </a:lnTo>
                <a:lnTo>
                  <a:pt x="929" y="2001"/>
                </a:lnTo>
                <a:lnTo>
                  <a:pt x="936" y="1996"/>
                </a:lnTo>
                <a:lnTo>
                  <a:pt x="939" y="1990"/>
                </a:lnTo>
                <a:lnTo>
                  <a:pt x="940" y="1983"/>
                </a:lnTo>
                <a:lnTo>
                  <a:pt x="938" y="1976"/>
                </a:lnTo>
                <a:lnTo>
                  <a:pt x="935" y="1969"/>
                </a:lnTo>
                <a:lnTo>
                  <a:pt x="928" y="1965"/>
                </a:lnTo>
                <a:lnTo>
                  <a:pt x="923" y="1962"/>
                </a:lnTo>
                <a:lnTo>
                  <a:pt x="915" y="1961"/>
                </a:lnTo>
                <a:lnTo>
                  <a:pt x="909" y="1961"/>
                </a:lnTo>
                <a:close/>
                <a:moveTo>
                  <a:pt x="840" y="1936"/>
                </a:moveTo>
                <a:lnTo>
                  <a:pt x="833" y="1938"/>
                </a:lnTo>
                <a:lnTo>
                  <a:pt x="828" y="1942"/>
                </a:lnTo>
                <a:lnTo>
                  <a:pt x="827" y="1949"/>
                </a:lnTo>
                <a:lnTo>
                  <a:pt x="827" y="1956"/>
                </a:lnTo>
                <a:lnTo>
                  <a:pt x="828" y="1963"/>
                </a:lnTo>
                <a:lnTo>
                  <a:pt x="832" y="1967"/>
                </a:lnTo>
                <a:lnTo>
                  <a:pt x="839" y="1970"/>
                </a:lnTo>
                <a:lnTo>
                  <a:pt x="848" y="1971"/>
                </a:lnTo>
                <a:lnTo>
                  <a:pt x="855" y="1970"/>
                </a:lnTo>
                <a:lnTo>
                  <a:pt x="860" y="1969"/>
                </a:lnTo>
                <a:lnTo>
                  <a:pt x="863" y="1967"/>
                </a:lnTo>
                <a:lnTo>
                  <a:pt x="867" y="1965"/>
                </a:lnTo>
                <a:lnTo>
                  <a:pt x="870" y="1960"/>
                </a:lnTo>
                <a:lnTo>
                  <a:pt x="871" y="1953"/>
                </a:lnTo>
                <a:lnTo>
                  <a:pt x="869" y="1945"/>
                </a:lnTo>
                <a:lnTo>
                  <a:pt x="865" y="1941"/>
                </a:lnTo>
                <a:lnTo>
                  <a:pt x="861" y="1938"/>
                </a:lnTo>
                <a:lnTo>
                  <a:pt x="854" y="1937"/>
                </a:lnTo>
                <a:lnTo>
                  <a:pt x="848" y="1936"/>
                </a:lnTo>
                <a:lnTo>
                  <a:pt x="840" y="1936"/>
                </a:lnTo>
                <a:close/>
                <a:moveTo>
                  <a:pt x="727" y="1851"/>
                </a:moveTo>
                <a:lnTo>
                  <a:pt x="716" y="1853"/>
                </a:lnTo>
                <a:lnTo>
                  <a:pt x="707" y="1856"/>
                </a:lnTo>
                <a:lnTo>
                  <a:pt x="701" y="1861"/>
                </a:lnTo>
                <a:lnTo>
                  <a:pt x="694" y="1873"/>
                </a:lnTo>
                <a:lnTo>
                  <a:pt x="687" y="1888"/>
                </a:lnTo>
                <a:lnTo>
                  <a:pt x="681" y="1904"/>
                </a:lnTo>
                <a:lnTo>
                  <a:pt x="670" y="1941"/>
                </a:lnTo>
                <a:lnTo>
                  <a:pt x="665" y="1960"/>
                </a:lnTo>
                <a:lnTo>
                  <a:pt x="662" y="1979"/>
                </a:lnTo>
                <a:lnTo>
                  <a:pt x="659" y="1997"/>
                </a:lnTo>
                <a:lnTo>
                  <a:pt x="657" y="2012"/>
                </a:lnTo>
                <a:lnTo>
                  <a:pt x="655" y="2026"/>
                </a:lnTo>
                <a:lnTo>
                  <a:pt x="656" y="2036"/>
                </a:lnTo>
                <a:lnTo>
                  <a:pt x="657" y="2042"/>
                </a:lnTo>
                <a:lnTo>
                  <a:pt x="660" y="2044"/>
                </a:lnTo>
                <a:lnTo>
                  <a:pt x="674" y="2041"/>
                </a:lnTo>
                <a:lnTo>
                  <a:pt x="690" y="2034"/>
                </a:lnTo>
                <a:lnTo>
                  <a:pt x="706" y="2025"/>
                </a:lnTo>
                <a:lnTo>
                  <a:pt x="721" y="2013"/>
                </a:lnTo>
                <a:lnTo>
                  <a:pt x="736" y="1998"/>
                </a:lnTo>
                <a:lnTo>
                  <a:pt x="750" y="1983"/>
                </a:lnTo>
                <a:lnTo>
                  <a:pt x="762" y="1966"/>
                </a:lnTo>
                <a:lnTo>
                  <a:pt x="773" y="1950"/>
                </a:lnTo>
                <a:lnTo>
                  <a:pt x="781" y="1933"/>
                </a:lnTo>
                <a:lnTo>
                  <a:pt x="787" y="1917"/>
                </a:lnTo>
                <a:lnTo>
                  <a:pt x="789" y="1902"/>
                </a:lnTo>
                <a:lnTo>
                  <a:pt x="788" y="1889"/>
                </a:lnTo>
                <a:lnTo>
                  <a:pt x="783" y="1877"/>
                </a:lnTo>
                <a:lnTo>
                  <a:pt x="775" y="1867"/>
                </a:lnTo>
                <a:lnTo>
                  <a:pt x="764" y="1860"/>
                </a:lnTo>
                <a:lnTo>
                  <a:pt x="751" y="1855"/>
                </a:lnTo>
                <a:lnTo>
                  <a:pt x="740" y="1852"/>
                </a:lnTo>
                <a:lnTo>
                  <a:pt x="727" y="1851"/>
                </a:lnTo>
                <a:close/>
                <a:moveTo>
                  <a:pt x="893" y="1824"/>
                </a:moveTo>
                <a:lnTo>
                  <a:pt x="886" y="1825"/>
                </a:lnTo>
                <a:lnTo>
                  <a:pt x="880" y="1828"/>
                </a:lnTo>
                <a:lnTo>
                  <a:pt x="874" y="1831"/>
                </a:lnTo>
                <a:lnTo>
                  <a:pt x="870" y="1838"/>
                </a:lnTo>
                <a:lnTo>
                  <a:pt x="865" y="1847"/>
                </a:lnTo>
                <a:lnTo>
                  <a:pt x="861" y="1858"/>
                </a:lnTo>
                <a:lnTo>
                  <a:pt x="860" y="1868"/>
                </a:lnTo>
                <a:lnTo>
                  <a:pt x="862" y="1877"/>
                </a:lnTo>
                <a:lnTo>
                  <a:pt x="870" y="1887"/>
                </a:lnTo>
                <a:lnTo>
                  <a:pt x="881" y="1898"/>
                </a:lnTo>
                <a:lnTo>
                  <a:pt x="895" y="1909"/>
                </a:lnTo>
                <a:lnTo>
                  <a:pt x="914" y="1919"/>
                </a:lnTo>
                <a:lnTo>
                  <a:pt x="934" y="1929"/>
                </a:lnTo>
                <a:lnTo>
                  <a:pt x="956" y="1938"/>
                </a:lnTo>
                <a:lnTo>
                  <a:pt x="980" y="1944"/>
                </a:lnTo>
                <a:lnTo>
                  <a:pt x="994" y="1947"/>
                </a:lnTo>
                <a:lnTo>
                  <a:pt x="1006" y="1948"/>
                </a:lnTo>
                <a:lnTo>
                  <a:pt x="1014" y="1946"/>
                </a:lnTo>
                <a:lnTo>
                  <a:pt x="1020" y="1943"/>
                </a:lnTo>
                <a:lnTo>
                  <a:pt x="1024" y="1938"/>
                </a:lnTo>
                <a:lnTo>
                  <a:pt x="1025" y="1934"/>
                </a:lnTo>
                <a:lnTo>
                  <a:pt x="1025" y="1929"/>
                </a:lnTo>
                <a:lnTo>
                  <a:pt x="1024" y="1925"/>
                </a:lnTo>
                <a:lnTo>
                  <a:pt x="1024" y="1922"/>
                </a:lnTo>
                <a:lnTo>
                  <a:pt x="1023" y="1920"/>
                </a:lnTo>
                <a:lnTo>
                  <a:pt x="1015" y="1913"/>
                </a:lnTo>
                <a:lnTo>
                  <a:pt x="1003" y="1908"/>
                </a:lnTo>
                <a:lnTo>
                  <a:pt x="989" y="1904"/>
                </a:lnTo>
                <a:lnTo>
                  <a:pt x="972" y="1900"/>
                </a:lnTo>
                <a:lnTo>
                  <a:pt x="955" y="1896"/>
                </a:lnTo>
                <a:lnTo>
                  <a:pt x="939" y="1892"/>
                </a:lnTo>
                <a:lnTo>
                  <a:pt x="926" y="1889"/>
                </a:lnTo>
                <a:lnTo>
                  <a:pt x="915" y="1884"/>
                </a:lnTo>
                <a:lnTo>
                  <a:pt x="909" y="1878"/>
                </a:lnTo>
                <a:lnTo>
                  <a:pt x="905" y="1871"/>
                </a:lnTo>
                <a:lnTo>
                  <a:pt x="904" y="1861"/>
                </a:lnTo>
                <a:lnTo>
                  <a:pt x="905" y="1853"/>
                </a:lnTo>
                <a:lnTo>
                  <a:pt x="907" y="1845"/>
                </a:lnTo>
                <a:lnTo>
                  <a:pt x="908" y="1837"/>
                </a:lnTo>
                <a:lnTo>
                  <a:pt x="907" y="1831"/>
                </a:lnTo>
                <a:lnTo>
                  <a:pt x="904" y="1827"/>
                </a:lnTo>
                <a:lnTo>
                  <a:pt x="899" y="1824"/>
                </a:lnTo>
                <a:lnTo>
                  <a:pt x="893" y="1824"/>
                </a:lnTo>
                <a:close/>
                <a:moveTo>
                  <a:pt x="740" y="1762"/>
                </a:moveTo>
                <a:lnTo>
                  <a:pt x="727" y="1764"/>
                </a:lnTo>
                <a:lnTo>
                  <a:pt x="714" y="1767"/>
                </a:lnTo>
                <a:lnTo>
                  <a:pt x="701" y="1770"/>
                </a:lnTo>
                <a:lnTo>
                  <a:pt x="677" y="1781"/>
                </a:lnTo>
                <a:lnTo>
                  <a:pt x="664" y="1790"/>
                </a:lnTo>
                <a:lnTo>
                  <a:pt x="652" y="1797"/>
                </a:lnTo>
                <a:lnTo>
                  <a:pt x="639" y="1806"/>
                </a:lnTo>
                <a:lnTo>
                  <a:pt x="629" y="1814"/>
                </a:lnTo>
                <a:lnTo>
                  <a:pt x="620" y="1821"/>
                </a:lnTo>
                <a:lnTo>
                  <a:pt x="615" y="1827"/>
                </a:lnTo>
                <a:lnTo>
                  <a:pt x="609" y="1835"/>
                </a:lnTo>
                <a:lnTo>
                  <a:pt x="606" y="1844"/>
                </a:lnTo>
                <a:lnTo>
                  <a:pt x="604" y="1852"/>
                </a:lnTo>
                <a:lnTo>
                  <a:pt x="602" y="1861"/>
                </a:lnTo>
                <a:lnTo>
                  <a:pt x="619" y="1854"/>
                </a:lnTo>
                <a:lnTo>
                  <a:pt x="630" y="1849"/>
                </a:lnTo>
                <a:lnTo>
                  <a:pt x="644" y="1844"/>
                </a:lnTo>
                <a:lnTo>
                  <a:pt x="661" y="1838"/>
                </a:lnTo>
                <a:lnTo>
                  <a:pt x="679" y="1833"/>
                </a:lnTo>
                <a:lnTo>
                  <a:pt x="698" y="1828"/>
                </a:lnTo>
                <a:lnTo>
                  <a:pt x="719" y="1824"/>
                </a:lnTo>
                <a:lnTo>
                  <a:pt x="740" y="1822"/>
                </a:lnTo>
                <a:lnTo>
                  <a:pt x="762" y="1822"/>
                </a:lnTo>
                <a:lnTo>
                  <a:pt x="783" y="1823"/>
                </a:lnTo>
                <a:lnTo>
                  <a:pt x="781" y="1812"/>
                </a:lnTo>
                <a:lnTo>
                  <a:pt x="778" y="1800"/>
                </a:lnTo>
                <a:lnTo>
                  <a:pt x="775" y="1789"/>
                </a:lnTo>
                <a:lnTo>
                  <a:pt x="773" y="1779"/>
                </a:lnTo>
                <a:lnTo>
                  <a:pt x="767" y="1770"/>
                </a:lnTo>
                <a:lnTo>
                  <a:pt x="761" y="1766"/>
                </a:lnTo>
                <a:lnTo>
                  <a:pt x="751" y="1763"/>
                </a:lnTo>
                <a:lnTo>
                  <a:pt x="740" y="1762"/>
                </a:lnTo>
                <a:close/>
                <a:moveTo>
                  <a:pt x="362" y="1738"/>
                </a:moveTo>
                <a:lnTo>
                  <a:pt x="341" y="1739"/>
                </a:lnTo>
                <a:lnTo>
                  <a:pt x="323" y="1740"/>
                </a:lnTo>
                <a:lnTo>
                  <a:pt x="307" y="1743"/>
                </a:lnTo>
                <a:lnTo>
                  <a:pt x="293" y="1747"/>
                </a:lnTo>
                <a:lnTo>
                  <a:pt x="284" y="1751"/>
                </a:lnTo>
                <a:lnTo>
                  <a:pt x="274" y="1760"/>
                </a:lnTo>
                <a:lnTo>
                  <a:pt x="266" y="1771"/>
                </a:lnTo>
                <a:lnTo>
                  <a:pt x="261" y="1783"/>
                </a:lnTo>
                <a:lnTo>
                  <a:pt x="258" y="1795"/>
                </a:lnTo>
                <a:lnTo>
                  <a:pt x="257" y="1806"/>
                </a:lnTo>
                <a:lnTo>
                  <a:pt x="256" y="1815"/>
                </a:lnTo>
                <a:lnTo>
                  <a:pt x="256" y="1823"/>
                </a:lnTo>
                <a:lnTo>
                  <a:pt x="258" y="1818"/>
                </a:lnTo>
                <a:lnTo>
                  <a:pt x="261" y="1812"/>
                </a:lnTo>
                <a:lnTo>
                  <a:pt x="266" y="1806"/>
                </a:lnTo>
                <a:lnTo>
                  <a:pt x="271" y="1800"/>
                </a:lnTo>
                <a:lnTo>
                  <a:pt x="278" y="1794"/>
                </a:lnTo>
                <a:lnTo>
                  <a:pt x="287" y="1789"/>
                </a:lnTo>
                <a:lnTo>
                  <a:pt x="296" y="1786"/>
                </a:lnTo>
                <a:lnTo>
                  <a:pt x="308" y="1785"/>
                </a:lnTo>
                <a:lnTo>
                  <a:pt x="321" y="1789"/>
                </a:lnTo>
                <a:lnTo>
                  <a:pt x="332" y="1795"/>
                </a:lnTo>
                <a:lnTo>
                  <a:pt x="339" y="1801"/>
                </a:lnTo>
                <a:lnTo>
                  <a:pt x="343" y="1807"/>
                </a:lnTo>
                <a:lnTo>
                  <a:pt x="343" y="1813"/>
                </a:lnTo>
                <a:lnTo>
                  <a:pt x="341" y="1819"/>
                </a:lnTo>
                <a:lnTo>
                  <a:pt x="338" y="1823"/>
                </a:lnTo>
                <a:lnTo>
                  <a:pt x="289" y="1892"/>
                </a:lnTo>
                <a:lnTo>
                  <a:pt x="338" y="1915"/>
                </a:lnTo>
                <a:lnTo>
                  <a:pt x="352" y="1900"/>
                </a:lnTo>
                <a:lnTo>
                  <a:pt x="364" y="1885"/>
                </a:lnTo>
                <a:lnTo>
                  <a:pt x="375" y="1872"/>
                </a:lnTo>
                <a:lnTo>
                  <a:pt x="387" y="1861"/>
                </a:lnTo>
                <a:lnTo>
                  <a:pt x="401" y="1850"/>
                </a:lnTo>
                <a:lnTo>
                  <a:pt x="421" y="1839"/>
                </a:lnTo>
                <a:lnTo>
                  <a:pt x="431" y="1838"/>
                </a:lnTo>
                <a:lnTo>
                  <a:pt x="440" y="1837"/>
                </a:lnTo>
                <a:lnTo>
                  <a:pt x="449" y="1839"/>
                </a:lnTo>
                <a:lnTo>
                  <a:pt x="459" y="1845"/>
                </a:lnTo>
                <a:lnTo>
                  <a:pt x="470" y="1854"/>
                </a:lnTo>
                <a:lnTo>
                  <a:pt x="477" y="1861"/>
                </a:lnTo>
                <a:lnTo>
                  <a:pt x="481" y="1870"/>
                </a:lnTo>
                <a:lnTo>
                  <a:pt x="485" y="1879"/>
                </a:lnTo>
                <a:lnTo>
                  <a:pt x="487" y="1889"/>
                </a:lnTo>
                <a:lnTo>
                  <a:pt x="486" y="1898"/>
                </a:lnTo>
                <a:lnTo>
                  <a:pt x="484" y="1907"/>
                </a:lnTo>
                <a:lnTo>
                  <a:pt x="478" y="1916"/>
                </a:lnTo>
                <a:lnTo>
                  <a:pt x="470" y="1922"/>
                </a:lnTo>
                <a:lnTo>
                  <a:pt x="458" y="1927"/>
                </a:lnTo>
                <a:lnTo>
                  <a:pt x="447" y="1927"/>
                </a:lnTo>
                <a:lnTo>
                  <a:pt x="437" y="1925"/>
                </a:lnTo>
                <a:lnTo>
                  <a:pt x="428" y="1920"/>
                </a:lnTo>
                <a:lnTo>
                  <a:pt x="422" y="1911"/>
                </a:lnTo>
                <a:lnTo>
                  <a:pt x="416" y="1902"/>
                </a:lnTo>
                <a:lnTo>
                  <a:pt x="412" y="1892"/>
                </a:lnTo>
                <a:lnTo>
                  <a:pt x="410" y="1894"/>
                </a:lnTo>
                <a:lnTo>
                  <a:pt x="406" y="1899"/>
                </a:lnTo>
                <a:lnTo>
                  <a:pt x="401" y="1905"/>
                </a:lnTo>
                <a:lnTo>
                  <a:pt x="398" y="1912"/>
                </a:lnTo>
                <a:lnTo>
                  <a:pt x="396" y="1921"/>
                </a:lnTo>
                <a:lnTo>
                  <a:pt x="395" y="1930"/>
                </a:lnTo>
                <a:lnTo>
                  <a:pt x="398" y="1939"/>
                </a:lnTo>
                <a:lnTo>
                  <a:pt x="404" y="1949"/>
                </a:lnTo>
                <a:lnTo>
                  <a:pt x="415" y="1957"/>
                </a:lnTo>
                <a:lnTo>
                  <a:pt x="425" y="1961"/>
                </a:lnTo>
                <a:lnTo>
                  <a:pt x="439" y="1965"/>
                </a:lnTo>
                <a:lnTo>
                  <a:pt x="455" y="1967"/>
                </a:lnTo>
                <a:lnTo>
                  <a:pt x="471" y="1968"/>
                </a:lnTo>
                <a:lnTo>
                  <a:pt x="489" y="1968"/>
                </a:lnTo>
                <a:lnTo>
                  <a:pt x="508" y="1967"/>
                </a:lnTo>
                <a:lnTo>
                  <a:pt x="526" y="1964"/>
                </a:lnTo>
                <a:lnTo>
                  <a:pt x="544" y="1960"/>
                </a:lnTo>
                <a:lnTo>
                  <a:pt x="561" y="1954"/>
                </a:lnTo>
                <a:lnTo>
                  <a:pt x="575" y="1947"/>
                </a:lnTo>
                <a:lnTo>
                  <a:pt x="587" y="1938"/>
                </a:lnTo>
                <a:lnTo>
                  <a:pt x="596" y="1927"/>
                </a:lnTo>
                <a:lnTo>
                  <a:pt x="601" y="1914"/>
                </a:lnTo>
                <a:lnTo>
                  <a:pt x="602" y="1900"/>
                </a:lnTo>
                <a:lnTo>
                  <a:pt x="599" y="1895"/>
                </a:lnTo>
                <a:lnTo>
                  <a:pt x="592" y="1891"/>
                </a:lnTo>
                <a:lnTo>
                  <a:pt x="581" y="1886"/>
                </a:lnTo>
                <a:lnTo>
                  <a:pt x="568" y="1882"/>
                </a:lnTo>
                <a:lnTo>
                  <a:pt x="554" y="1877"/>
                </a:lnTo>
                <a:lnTo>
                  <a:pt x="538" y="1872"/>
                </a:lnTo>
                <a:lnTo>
                  <a:pt x="524" y="1867"/>
                </a:lnTo>
                <a:lnTo>
                  <a:pt x="511" y="1861"/>
                </a:lnTo>
                <a:lnTo>
                  <a:pt x="526" y="1851"/>
                </a:lnTo>
                <a:lnTo>
                  <a:pt x="536" y="1847"/>
                </a:lnTo>
                <a:lnTo>
                  <a:pt x="543" y="1842"/>
                </a:lnTo>
                <a:lnTo>
                  <a:pt x="550" y="1837"/>
                </a:lnTo>
                <a:lnTo>
                  <a:pt x="554" y="1831"/>
                </a:lnTo>
                <a:lnTo>
                  <a:pt x="553" y="1823"/>
                </a:lnTo>
                <a:lnTo>
                  <a:pt x="543" y="1806"/>
                </a:lnTo>
                <a:lnTo>
                  <a:pt x="530" y="1790"/>
                </a:lnTo>
                <a:lnTo>
                  <a:pt x="513" y="1776"/>
                </a:lnTo>
                <a:lnTo>
                  <a:pt x="495" y="1765"/>
                </a:lnTo>
                <a:lnTo>
                  <a:pt x="474" y="1757"/>
                </a:lnTo>
                <a:lnTo>
                  <a:pt x="452" y="1749"/>
                </a:lnTo>
                <a:lnTo>
                  <a:pt x="429" y="1744"/>
                </a:lnTo>
                <a:lnTo>
                  <a:pt x="406" y="1740"/>
                </a:lnTo>
                <a:lnTo>
                  <a:pt x="383" y="1739"/>
                </a:lnTo>
                <a:lnTo>
                  <a:pt x="362" y="1738"/>
                </a:lnTo>
                <a:close/>
                <a:moveTo>
                  <a:pt x="589" y="1671"/>
                </a:moveTo>
                <a:lnTo>
                  <a:pt x="583" y="1674"/>
                </a:lnTo>
                <a:lnTo>
                  <a:pt x="575" y="1680"/>
                </a:lnTo>
                <a:lnTo>
                  <a:pt x="565" y="1686"/>
                </a:lnTo>
                <a:lnTo>
                  <a:pt x="554" y="1694"/>
                </a:lnTo>
                <a:lnTo>
                  <a:pt x="543" y="1702"/>
                </a:lnTo>
                <a:lnTo>
                  <a:pt x="532" y="1710"/>
                </a:lnTo>
                <a:lnTo>
                  <a:pt x="521" y="1718"/>
                </a:lnTo>
                <a:lnTo>
                  <a:pt x="511" y="1724"/>
                </a:lnTo>
                <a:lnTo>
                  <a:pt x="513" y="1727"/>
                </a:lnTo>
                <a:lnTo>
                  <a:pt x="518" y="1733"/>
                </a:lnTo>
                <a:lnTo>
                  <a:pt x="523" y="1740"/>
                </a:lnTo>
                <a:lnTo>
                  <a:pt x="532" y="1747"/>
                </a:lnTo>
                <a:lnTo>
                  <a:pt x="542" y="1755"/>
                </a:lnTo>
                <a:lnTo>
                  <a:pt x="553" y="1762"/>
                </a:lnTo>
                <a:lnTo>
                  <a:pt x="565" y="1768"/>
                </a:lnTo>
                <a:lnTo>
                  <a:pt x="579" y="1772"/>
                </a:lnTo>
                <a:lnTo>
                  <a:pt x="595" y="1773"/>
                </a:lnTo>
                <a:lnTo>
                  <a:pt x="610" y="1770"/>
                </a:lnTo>
                <a:lnTo>
                  <a:pt x="627" y="1762"/>
                </a:lnTo>
                <a:lnTo>
                  <a:pt x="626" y="1760"/>
                </a:lnTo>
                <a:lnTo>
                  <a:pt x="621" y="1743"/>
                </a:lnTo>
                <a:lnTo>
                  <a:pt x="618" y="1731"/>
                </a:lnTo>
                <a:lnTo>
                  <a:pt x="614" y="1718"/>
                </a:lnTo>
                <a:lnTo>
                  <a:pt x="609" y="1705"/>
                </a:lnTo>
                <a:lnTo>
                  <a:pt x="606" y="1692"/>
                </a:lnTo>
                <a:lnTo>
                  <a:pt x="601" y="1682"/>
                </a:lnTo>
                <a:lnTo>
                  <a:pt x="597" y="1674"/>
                </a:lnTo>
                <a:lnTo>
                  <a:pt x="594" y="1671"/>
                </a:lnTo>
                <a:lnTo>
                  <a:pt x="589" y="1671"/>
                </a:lnTo>
                <a:close/>
                <a:moveTo>
                  <a:pt x="915" y="1643"/>
                </a:moveTo>
                <a:lnTo>
                  <a:pt x="907" y="1646"/>
                </a:lnTo>
                <a:lnTo>
                  <a:pt x="902" y="1651"/>
                </a:lnTo>
                <a:lnTo>
                  <a:pt x="898" y="1658"/>
                </a:lnTo>
                <a:lnTo>
                  <a:pt x="897" y="1665"/>
                </a:lnTo>
                <a:lnTo>
                  <a:pt x="898" y="1672"/>
                </a:lnTo>
                <a:lnTo>
                  <a:pt x="901" y="1676"/>
                </a:lnTo>
                <a:lnTo>
                  <a:pt x="906" y="1678"/>
                </a:lnTo>
                <a:lnTo>
                  <a:pt x="916" y="1680"/>
                </a:lnTo>
                <a:lnTo>
                  <a:pt x="929" y="1680"/>
                </a:lnTo>
                <a:lnTo>
                  <a:pt x="944" y="1682"/>
                </a:lnTo>
                <a:lnTo>
                  <a:pt x="960" y="1684"/>
                </a:lnTo>
                <a:lnTo>
                  <a:pt x="976" y="1685"/>
                </a:lnTo>
                <a:lnTo>
                  <a:pt x="990" y="1686"/>
                </a:lnTo>
                <a:lnTo>
                  <a:pt x="985" y="1679"/>
                </a:lnTo>
                <a:lnTo>
                  <a:pt x="981" y="1670"/>
                </a:lnTo>
                <a:lnTo>
                  <a:pt x="976" y="1663"/>
                </a:lnTo>
                <a:lnTo>
                  <a:pt x="970" y="1659"/>
                </a:lnTo>
                <a:lnTo>
                  <a:pt x="964" y="1657"/>
                </a:lnTo>
                <a:lnTo>
                  <a:pt x="956" y="1653"/>
                </a:lnTo>
                <a:lnTo>
                  <a:pt x="946" y="1649"/>
                </a:lnTo>
                <a:lnTo>
                  <a:pt x="935" y="1647"/>
                </a:lnTo>
                <a:lnTo>
                  <a:pt x="925" y="1644"/>
                </a:lnTo>
                <a:lnTo>
                  <a:pt x="915" y="1643"/>
                </a:lnTo>
                <a:close/>
                <a:moveTo>
                  <a:pt x="517" y="1641"/>
                </a:moveTo>
                <a:lnTo>
                  <a:pt x="508" y="1641"/>
                </a:lnTo>
                <a:lnTo>
                  <a:pt x="496" y="1641"/>
                </a:lnTo>
                <a:lnTo>
                  <a:pt x="479" y="1642"/>
                </a:lnTo>
                <a:lnTo>
                  <a:pt x="461" y="1643"/>
                </a:lnTo>
                <a:lnTo>
                  <a:pt x="441" y="1645"/>
                </a:lnTo>
                <a:lnTo>
                  <a:pt x="402" y="1647"/>
                </a:lnTo>
                <a:lnTo>
                  <a:pt x="385" y="1647"/>
                </a:lnTo>
                <a:lnTo>
                  <a:pt x="371" y="1648"/>
                </a:lnTo>
                <a:lnTo>
                  <a:pt x="383" y="1659"/>
                </a:lnTo>
                <a:lnTo>
                  <a:pt x="392" y="1667"/>
                </a:lnTo>
                <a:lnTo>
                  <a:pt x="403" y="1674"/>
                </a:lnTo>
                <a:lnTo>
                  <a:pt x="415" y="1684"/>
                </a:lnTo>
                <a:lnTo>
                  <a:pt x="427" y="1691"/>
                </a:lnTo>
                <a:lnTo>
                  <a:pt x="438" y="1699"/>
                </a:lnTo>
                <a:lnTo>
                  <a:pt x="449" y="1706"/>
                </a:lnTo>
                <a:lnTo>
                  <a:pt x="457" y="1710"/>
                </a:lnTo>
                <a:lnTo>
                  <a:pt x="466" y="1707"/>
                </a:lnTo>
                <a:lnTo>
                  <a:pt x="477" y="1704"/>
                </a:lnTo>
                <a:lnTo>
                  <a:pt x="488" y="1698"/>
                </a:lnTo>
                <a:lnTo>
                  <a:pt x="499" y="1689"/>
                </a:lnTo>
                <a:lnTo>
                  <a:pt x="506" y="1672"/>
                </a:lnTo>
                <a:lnTo>
                  <a:pt x="510" y="1663"/>
                </a:lnTo>
                <a:lnTo>
                  <a:pt x="514" y="1654"/>
                </a:lnTo>
                <a:lnTo>
                  <a:pt x="517" y="1647"/>
                </a:lnTo>
                <a:lnTo>
                  <a:pt x="519" y="1642"/>
                </a:lnTo>
                <a:lnTo>
                  <a:pt x="520" y="1641"/>
                </a:lnTo>
                <a:lnTo>
                  <a:pt x="517" y="1641"/>
                </a:lnTo>
                <a:close/>
                <a:moveTo>
                  <a:pt x="737" y="1636"/>
                </a:moveTo>
                <a:lnTo>
                  <a:pt x="718" y="1638"/>
                </a:lnTo>
                <a:lnTo>
                  <a:pt x="707" y="1642"/>
                </a:lnTo>
                <a:lnTo>
                  <a:pt x="696" y="1647"/>
                </a:lnTo>
                <a:lnTo>
                  <a:pt x="687" y="1655"/>
                </a:lnTo>
                <a:lnTo>
                  <a:pt x="679" y="1663"/>
                </a:lnTo>
                <a:lnTo>
                  <a:pt x="674" y="1673"/>
                </a:lnTo>
                <a:lnTo>
                  <a:pt x="671" y="1683"/>
                </a:lnTo>
                <a:lnTo>
                  <a:pt x="670" y="1694"/>
                </a:lnTo>
                <a:lnTo>
                  <a:pt x="674" y="1704"/>
                </a:lnTo>
                <a:lnTo>
                  <a:pt x="681" y="1714"/>
                </a:lnTo>
                <a:lnTo>
                  <a:pt x="693" y="1724"/>
                </a:lnTo>
                <a:lnTo>
                  <a:pt x="686" y="1713"/>
                </a:lnTo>
                <a:lnTo>
                  <a:pt x="683" y="1704"/>
                </a:lnTo>
                <a:lnTo>
                  <a:pt x="682" y="1696"/>
                </a:lnTo>
                <a:lnTo>
                  <a:pt x="684" y="1691"/>
                </a:lnTo>
                <a:lnTo>
                  <a:pt x="687" y="1686"/>
                </a:lnTo>
                <a:lnTo>
                  <a:pt x="691" y="1683"/>
                </a:lnTo>
                <a:lnTo>
                  <a:pt x="696" y="1680"/>
                </a:lnTo>
                <a:lnTo>
                  <a:pt x="706" y="1674"/>
                </a:lnTo>
                <a:lnTo>
                  <a:pt x="717" y="1673"/>
                </a:lnTo>
                <a:lnTo>
                  <a:pt x="729" y="1674"/>
                </a:lnTo>
                <a:lnTo>
                  <a:pt x="740" y="1675"/>
                </a:lnTo>
                <a:lnTo>
                  <a:pt x="749" y="1678"/>
                </a:lnTo>
                <a:lnTo>
                  <a:pt x="756" y="1680"/>
                </a:lnTo>
                <a:lnTo>
                  <a:pt x="763" y="1684"/>
                </a:lnTo>
                <a:lnTo>
                  <a:pt x="762" y="1699"/>
                </a:lnTo>
                <a:lnTo>
                  <a:pt x="762" y="1711"/>
                </a:lnTo>
                <a:lnTo>
                  <a:pt x="767" y="1721"/>
                </a:lnTo>
                <a:lnTo>
                  <a:pt x="773" y="1729"/>
                </a:lnTo>
                <a:lnTo>
                  <a:pt x="787" y="1743"/>
                </a:lnTo>
                <a:lnTo>
                  <a:pt x="796" y="1750"/>
                </a:lnTo>
                <a:lnTo>
                  <a:pt x="805" y="1757"/>
                </a:lnTo>
                <a:lnTo>
                  <a:pt x="812" y="1765"/>
                </a:lnTo>
                <a:lnTo>
                  <a:pt x="818" y="1774"/>
                </a:lnTo>
                <a:lnTo>
                  <a:pt x="823" y="1786"/>
                </a:lnTo>
                <a:lnTo>
                  <a:pt x="825" y="1801"/>
                </a:lnTo>
                <a:lnTo>
                  <a:pt x="833" y="1800"/>
                </a:lnTo>
                <a:lnTo>
                  <a:pt x="843" y="1798"/>
                </a:lnTo>
                <a:lnTo>
                  <a:pt x="854" y="1796"/>
                </a:lnTo>
                <a:lnTo>
                  <a:pt x="864" y="1793"/>
                </a:lnTo>
                <a:lnTo>
                  <a:pt x="873" y="1790"/>
                </a:lnTo>
                <a:lnTo>
                  <a:pt x="880" y="1784"/>
                </a:lnTo>
                <a:lnTo>
                  <a:pt x="883" y="1777"/>
                </a:lnTo>
                <a:lnTo>
                  <a:pt x="886" y="1764"/>
                </a:lnTo>
                <a:lnTo>
                  <a:pt x="887" y="1750"/>
                </a:lnTo>
                <a:lnTo>
                  <a:pt x="886" y="1735"/>
                </a:lnTo>
                <a:lnTo>
                  <a:pt x="882" y="1720"/>
                </a:lnTo>
                <a:lnTo>
                  <a:pt x="876" y="1711"/>
                </a:lnTo>
                <a:lnTo>
                  <a:pt x="867" y="1701"/>
                </a:lnTo>
                <a:lnTo>
                  <a:pt x="856" y="1690"/>
                </a:lnTo>
                <a:lnTo>
                  <a:pt x="843" y="1680"/>
                </a:lnTo>
                <a:lnTo>
                  <a:pt x="831" y="1670"/>
                </a:lnTo>
                <a:lnTo>
                  <a:pt x="818" y="1662"/>
                </a:lnTo>
                <a:lnTo>
                  <a:pt x="808" y="1656"/>
                </a:lnTo>
                <a:lnTo>
                  <a:pt x="793" y="1648"/>
                </a:lnTo>
                <a:lnTo>
                  <a:pt x="775" y="1641"/>
                </a:lnTo>
                <a:lnTo>
                  <a:pt x="756" y="1637"/>
                </a:lnTo>
                <a:lnTo>
                  <a:pt x="737" y="1636"/>
                </a:lnTo>
                <a:close/>
                <a:moveTo>
                  <a:pt x="289" y="1557"/>
                </a:moveTo>
                <a:lnTo>
                  <a:pt x="338" y="1625"/>
                </a:lnTo>
                <a:lnTo>
                  <a:pt x="366" y="1622"/>
                </a:lnTo>
                <a:lnTo>
                  <a:pt x="389" y="1617"/>
                </a:lnTo>
                <a:lnTo>
                  <a:pt x="411" y="1610"/>
                </a:lnTo>
                <a:lnTo>
                  <a:pt x="429" y="1600"/>
                </a:lnTo>
                <a:lnTo>
                  <a:pt x="445" y="1587"/>
                </a:lnTo>
                <a:lnTo>
                  <a:pt x="289" y="1557"/>
                </a:lnTo>
                <a:close/>
                <a:moveTo>
                  <a:pt x="247" y="1427"/>
                </a:moveTo>
                <a:lnTo>
                  <a:pt x="272" y="1511"/>
                </a:lnTo>
                <a:lnTo>
                  <a:pt x="363" y="1511"/>
                </a:lnTo>
                <a:lnTo>
                  <a:pt x="363" y="1496"/>
                </a:lnTo>
                <a:lnTo>
                  <a:pt x="247" y="1427"/>
                </a:lnTo>
                <a:close/>
                <a:moveTo>
                  <a:pt x="826" y="1425"/>
                </a:moveTo>
                <a:lnTo>
                  <a:pt x="816" y="1426"/>
                </a:lnTo>
                <a:lnTo>
                  <a:pt x="805" y="1427"/>
                </a:lnTo>
                <a:lnTo>
                  <a:pt x="783" y="1433"/>
                </a:lnTo>
                <a:lnTo>
                  <a:pt x="773" y="1437"/>
                </a:lnTo>
                <a:lnTo>
                  <a:pt x="763" y="1442"/>
                </a:lnTo>
                <a:lnTo>
                  <a:pt x="755" y="1449"/>
                </a:lnTo>
                <a:lnTo>
                  <a:pt x="748" y="1457"/>
                </a:lnTo>
                <a:lnTo>
                  <a:pt x="743" y="1468"/>
                </a:lnTo>
                <a:lnTo>
                  <a:pt x="741" y="1481"/>
                </a:lnTo>
                <a:lnTo>
                  <a:pt x="742" y="1496"/>
                </a:lnTo>
                <a:lnTo>
                  <a:pt x="747" y="1507"/>
                </a:lnTo>
                <a:lnTo>
                  <a:pt x="753" y="1515"/>
                </a:lnTo>
                <a:lnTo>
                  <a:pt x="762" y="1521"/>
                </a:lnTo>
                <a:lnTo>
                  <a:pt x="771" y="1524"/>
                </a:lnTo>
                <a:lnTo>
                  <a:pt x="781" y="1526"/>
                </a:lnTo>
                <a:lnTo>
                  <a:pt x="790" y="1526"/>
                </a:lnTo>
                <a:lnTo>
                  <a:pt x="800" y="1526"/>
                </a:lnTo>
                <a:lnTo>
                  <a:pt x="799" y="1525"/>
                </a:lnTo>
                <a:lnTo>
                  <a:pt x="796" y="1521"/>
                </a:lnTo>
                <a:lnTo>
                  <a:pt x="794" y="1515"/>
                </a:lnTo>
                <a:lnTo>
                  <a:pt x="793" y="1507"/>
                </a:lnTo>
                <a:lnTo>
                  <a:pt x="794" y="1498"/>
                </a:lnTo>
                <a:lnTo>
                  <a:pt x="800" y="1488"/>
                </a:lnTo>
                <a:lnTo>
                  <a:pt x="808" y="1481"/>
                </a:lnTo>
                <a:lnTo>
                  <a:pt x="817" y="1476"/>
                </a:lnTo>
                <a:lnTo>
                  <a:pt x="827" y="1473"/>
                </a:lnTo>
                <a:lnTo>
                  <a:pt x="838" y="1473"/>
                </a:lnTo>
                <a:lnTo>
                  <a:pt x="849" y="1477"/>
                </a:lnTo>
                <a:lnTo>
                  <a:pt x="858" y="1482"/>
                </a:lnTo>
                <a:lnTo>
                  <a:pt x="866" y="1493"/>
                </a:lnTo>
                <a:lnTo>
                  <a:pt x="873" y="1510"/>
                </a:lnTo>
                <a:lnTo>
                  <a:pt x="875" y="1527"/>
                </a:lnTo>
                <a:lnTo>
                  <a:pt x="871" y="1543"/>
                </a:lnTo>
                <a:lnTo>
                  <a:pt x="864" y="1558"/>
                </a:lnTo>
                <a:lnTo>
                  <a:pt x="852" y="1571"/>
                </a:lnTo>
                <a:lnTo>
                  <a:pt x="837" y="1581"/>
                </a:lnTo>
                <a:lnTo>
                  <a:pt x="819" y="1589"/>
                </a:lnTo>
                <a:lnTo>
                  <a:pt x="801" y="1594"/>
                </a:lnTo>
                <a:lnTo>
                  <a:pt x="781" y="1596"/>
                </a:lnTo>
                <a:lnTo>
                  <a:pt x="762" y="1593"/>
                </a:lnTo>
                <a:lnTo>
                  <a:pt x="742" y="1587"/>
                </a:lnTo>
                <a:lnTo>
                  <a:pt x="729" y="1581"/>
                </a:lnTo>
                <a:lnTo>
                  <a:pt x="720" y="1575"/>
                </a:lnTo>
                <a:lnTo>
                  <a:pt x="707" y="1562"/>
                </a:lnTo>
                <a:lnTo>
                  <a:pt x="701" y="1553"/>
                </a:lnTo>
                <a:lnTo>
                  <a:pt x="693" y="1542"/>
                </a:lnTo>
                <a:lnTo>
                  <a:pt x="685" y="1527"/>
                </a:lnTo>
                <a:lnTo>
                  <a:pt x="680" y="1515"/>
                </a:lnTo>
                <a:lnTo>
                  <a:pt x="679" y="1503"/>
                </a:lnTo>
                <a:lnTo>
                  <a:pt x="681" y="1492"/>
                </a:lnTo>
                <a:lnTo>
                  <a:pt x="692" y="1459"/>
                </a:lnTo>
                <a:lnTo>
                  <a:pt x="694" y="1447"/>
                </a:lnTo>
                <a:lnTo>
                  <a:pt x="693" y="1435"/>
                </a:lnTo>
                <a:lnTo>
                  <a:pt x="668" y="1445"/>
                </a:lnTo>
                <a:lnTo>
                  <a:pt x="643" y="1456"/>
                </a:lnTo>
                <a:lnTo>
                  <a:pt x="619" y="1467"/>
                </a:lnTo>
                <a:lnTo>
                  <a:pt x="595" y="1477"/>
                </a:lnTo>
                <a:lnTo>
                  <a:pt x="567" y="1487"/>
                </a:lnTo>
                <a:lnTo>
                  <a:pt x="536" y="1496"/>
                </a:lnTo>
                <a:lnTo>
                  <a:pt x="571" y="1521"/>
                </a:lnTo>
                <a:lnTo>
                  <a:pt x="606" y="1544"/>
                </a:lnTo>
                <a:lnTo>
                  <a:pt x="641" y="1564"/>
                </a:lnTo>
                <a:lnTo>
                  <a:pt x="679" y="1582"/>
                </a:lnTo>
                <a:lnTo>
                  <a:pt x="718" y="1597"/>
                </a:lnTo>
                <a:lnTo>
                  <a:pt x="759" y="1608"/>
                </a:lnTo>
                <a:lnTo>
                  <a:pt x="803" y="1617"/>
                </a:lnTo>
                <a:lnTo>
                  <a:pt x="849" y="1623"/>
                </a:lnTo>
                <a:lnTo>
                  <a:pt x="899" y="1625"/>
                </a:lnTo>
                <a:lnTo>
                  <a:pt x="899" y="1587"/>
                </a:lnTo>
                <a:lnTo>
                  <a:pt x="906" y="1587"/>
                </a:lnTo>
                <a:lnTo>
                  <a:pt x="915" y="1589"/>
                </a:lnTo>
                <a:lnTo>
                  <a:pt x="924" y="1591"/>
                </a:lnTo>
                <a:lnTo>
                  <a:pt x="933" y="1593"/>
                </a:lnTo>
                <a:lnTo>
                  <a:pt x="941" y="1594"/>
                </a:lnTo>
                <a:lnTo>
                  <a:pt x="948" y="1594"/>
                </a:lnTo>
                <a:lnTo>
                  <a:pt x="956" y="1592"/>
                </a:lnTo>
                <a:lnTo>
                  <a:pt x="961" y="1587"/>
                </a:lnTo>
                <a:lnTo>
                  <a:pt x="965" y="1580"/>
                </a:lnTo>
                <a:lnTo>
                  <a:pt x="967" y="1568"/>
                </a:lnTo>
                <a:lnTo>
                  <a:pt x="967" y="1553"/>
                </a:lnTo>
                <a:lnTo>
                  <a:pt x="965" y="1537"/>
                </a:lnTo>
                <a:lnTo>
                  <a:pt x="962" y="1521"/>
                </a:lnTo>
                <a:lnTo>
                  <a:pt x="957" y="1503"/>
                </a:lnTo>
                <a:lnTo>
                  <a:pt x="950" y="1487"/>
                </a:lnTo>
                <a:lnTo>
                  <a:pt x="943" y="1471"/>
                </a:lnTo>
                <a:lnTo>
                  <a:pt x="934" y="1459"/>
                </a:lnTo>
                <a:lnTo>
                  <a:pt x="924" y="1450"/>
                </a:lnTo>
                <a:lnTo>
                  <a:pt x="913" y="1444"/>
                </a:lnTo>
                <a:lnTo>
                  <a:pt x="898" y="1438"/>
                </a:lnTo>
                <a:lnTo>
                  <a:pt x="882" y="1432"/>
                </a:lnTo>
                <a:lnTo>
                  <a:pt x="863" y="1427"/>
                </a:lnTo>
                <a:lnTo>
                  <a:pt x="844" y="1425"/>
                </a:lnTo>
                <a:lnTo>
                  <a:pt x="826" y="1425"/>
                </a:lnTo>
                <a:close/>
                <a:moveTo>
                  <a:pt x="454" y="1374"/>
                </a:moveTo>
                <a:lnTo>
                  <a:pt x="495" y="1466"/>
                </a:lnTo>
                <a:lnTo>
                  <a:pt x="619" y="1389"/>
                </a:lnTo>
                <a:lnTo>
                  <a:pt x="619" y="1382"/>
                </a:lnTo>
                <a:lnTo>
                  <a:pt x="454" y="1374"/>
                </a:lnTo>
                <a:close/>
                <a:moveTo>
                  <a:pt x="734" y="1260"/>
                </a:moveTo>
                <a:lnTo>
                  <a:pt x="747" y="1280"/>
                </a:lnTo>
                <a:lnTo>
                  <a:pt x="763" y="1297"/>
                </a:lnTo>
                <a:lnTo>
                  <a:pt x="781" y="1312"/>
                </a:lnTo>
                <a:lnTo>
                  <a:pt x="801" y="1326"/>
                </a:lnTo>
                <a:lnTo>
                  <a:pt x="822" y="1339"/>
                </a:lnTo>
                <a:lnTo>
                  <a:pt x="866" y="1361"/>
                </a:lnTo>
                <a:lnTo>
                  <a:pt x="889" y="1371"/>
                </a:lnTo>
                <a:lnTo>
                  <a:pt x="911" y="1382"/>
                </a:lnTo>
                <a:lnTo>
                  <a:pt x="932" y="1394"/>
                </a:lnTo>
                <a:lnTo>
                  <a:pt x="953" y="1407"/>
                </a:lnTo>
                <a:lnTo>
                  <a:pt x="971" y="1422"/>
                </a:lnTo>
                <a:lnTo>
                  <a:pt x="989" y="1439"/>
                </a:lnTo>
                <a:lnTo>
                  <a:pt x="1002" y="1459"/>
                </a:lnTo>
                <a:lnTo>
                  <a:pt x="1014" y="1481"/>
                </a:lnTo>
                <a:lnTo>
                  <a:pt x="1023" y="1481"/>
                </a:lnTo>
                <a:lnTo>
                  <a:pt x="1031" y="1260"/>
                </a:lnTo>
                <a:lnTo>
                  <a:pt x="989" y="1268"/>
                </a:lnTo>
                <a:lnTo>
                  <a:pt x="948" y="1271"/>
                </a:lnTo>
                <a:lnTo>
                  <a:pt x="908" y="1272"/>
                </a:lnTo>
                <a:lnTo>
                  <a:pt x="868" y="1270"/>
                </a:lnTo>
                <a:lnTo>
                  <a:pt x="826" y="1267"/>
                </a:lnTo>
                <a:lnTo>
                  <a:pt x="782" y="1263"/>
                </a:lnTo>
                <a:lnTo>
                  <a:pt x="734" y="1260"/>
                </a:lnTo>
                <a:close/>
                <a:moveTo>
                  <a:pt x="429" y="1245"/>
                </a:moveTo>
                <a:lnTo>
                  <a:pt x="437" y="1351"/>
                </a:lnTo>
                <a:lnTo>
                  <a:pt x="553" y="1306"/>
                </a:lnTo>
                <a:lnTo>
                  <a:pt x="429" y="1245"/>
                </a:lnTo>
                <a:close/>
                <a:moveTo>
                  <a:pt x="223" y="1245"/>
                </a:moveTo>
                <a:lnTo>
                  <a:pt x="247" y="1405"/>
                </a:lnTo>
                <a:lnTo>
                  <a:pt x="355" y="1435"/>
                </a:lnTo>
                <a:lnTo>
                  <a:pt x="338" y="1420"/>
                </a:lnTo>
                <a:lnTo>
                  <a:pt x="223" y="1245"/>
                </a:lnTo>
                <a:close/>
                <a:moveTo>
                  <a:pt x="1014" y="1176"/>
                </a:moveTo>
                <a:lnTo>
                  <a:pt x="998" y="1191"/>
                </a:lnTo>
                <a:lnTo>
                  <a:pt x="980" y="1201"/>
                </a:lnTo>
                <a:lnTo>
                  <a:pt x="959" y="1208"/>
                </a:lnTo>
                <a:lnTo>
                  <a:pt x="937" y="1213"/>
                </a:lnTo>
                <a:lnTo>
                  <a:pt x="915" y="1215"/>
                </a:lnTo>
                <a:lnTo>
                  <a:pt x="891" y="1216"/>
                </a:lnTo>
                <a:lnTo>
                  <a:pt x="866" y="1217"/>
                </a:lnTo>
                <a:lnTo>
                  <a:pt x="814" y="1217"/>
                </a:lnTo>
                <a:lnTo>
                  <a:pt x="786" y="1218"/>
                </a:lnTo>
                <a:lnTo>
                  <a:pt x="759" y="1222"/>
                </a:lnTo>
                <a:lnTo>
                  <a:pt x="762" y="1223"/>
                </a:lnTo>
                <a:lnTo>
                  <a:pt x="768" y="1224"/>
                </a:lnTo>
                <a:lnTo>
                  <a:pt x="779" y="1226"/>
                </a:lnTo>
                <a:lnTo>
                  <a:pt x="793" y="1229"/>
                </a:lnTo>
                <a:lnTo>
                  <a:pt x="809" y="1231"/>
                </a:lnTo>
                <a:lnTo>
                  <a:pt x="828" y="1234"/>
                </a:lnTo>
                <a:lnTo>
                  <a:pt x="849" y="1235"/>
                </a:lnTo>
                <a:lnTo>
                  <a:pt x="871" y="1237"/>
                </a:lnTo>
                <a:lnTo>
                  <a:pt x="893" y="1237"/>
                </a:lnTo>
                <a:lnTo>
                  <a:pt x="915" y="1235"/>
                </a:lnTo>
                <a:lnTo>
                  <a:pt x="938" y="1233"/>
                </a:lnTo>
                <a:lnTo>
                  <a:pt x="959" y="1228"/>
                </a:lnTo>
                <a:lnTo>
                  <a:pt x="979" y="1221"/>
                </a:lnTo>
                <a:lnTo>
                  <a:pt x="996" y="1212"/>
                </a:lnTo>
                <a:lnTo>
                  <a:pt x="1011" y="1199"/>
                </a:lnTo>
                <a:lnTo>
                  <a:pt x="1023" y="1184"/>
                </a:lnTo>
                <a:lnTo>
                  <a:pt x="1014" y="1176"/>
                </a:lnTo>
                <a:close/>
                <a:moveTo>
                  <a:pt x="429" y="1077"/>
                </a:moveTo>
                <a:lnTo>
                  <a:pt x="421" y="1207"/>
                </a:lnTo>
                <a:lnTo>
                  <a:pt x="437" y="1207"/>
                </a:lnTo>
                <a:lnTo>
                  <a:pt x="528" y="1229"/>
                </a:lnTo>
                <a:lnTo>
                  <a:pt x="429" y="1077"/>
                </a:lnTo>
                <a:close/>
                <a:moveTo>
                  <a:pt x="775" y="1039"/>
                </a:moveTo>
                <a:lnTo>
                  <a:pt x="784" y="1061"/>
                </a:lnTo>
                <a:lnTo>
                  <a:pt x="794" y="1081"/>
                </a:lnTo>
                <a:lnTo>
                  <a:pt x="803" y="1100"/>
                </a:lnTo>
                <a:lnTo>
                  <a:pt x="812" y="1117"/>
                </a:lnTo>
                <a:lnTo>
                  <a:pt x="822" y="1131"/>
                </a:lnTo>
                <a:lnTo>
                  <a:pt x="833" y="1143"/>
                </a:lnTo>
                <a:lnTo>
                  <a:pt x="846" y="1153"/>
                </a:lnTo>
                <a:lnTo>
                  <a:pt x="860" y="1162"/>
                </a:lnTo>
                <a:lnTo>
                  <a:pt x="875" y="1167"/>
                </a:lnTo>
                <a:lnTo>
                  <a:pt x="893" y="1169"/>
                </a:lnTo>
                <a:lnTo>
                  <a:pt x="913" y="1169"/>
                </a:lnTo>
                <a:lnTo>
                  <a:pt x="936" y="1167"/>
                </a:lnTo>
                <a:lnTo>
                  <a:pt x="961" y="1162"/>
                </a:lnTo>
                <a:lnTo>
                  <a:pt x="990" y="1153"/>
                </a:lnTo>
                <a:lnTo>
                  <a:pt x="969" y="1142"/>
                </a:lnTo>
                <a:lnTo>
                  <a:pt x="946" y="1130"/>
                </a:lnTo>
                <a:lnTo>
                  <a:pt x="922" y="1117"/>
                </a:lnTo>
                <a:lnTo>
                  <a:pt x="874" y="1088"/>
                </a:lnTo>
                <a:lnTo>
                  <a:pt x="851" y="1075"/>
                </a:lnTo>
                <a:lnTo>
                  <a:pt x="829" y="1063"/>
                </a:lnTo>
                <a:lnTo>
                  <a:pt x="809" y="1052"/>
                </a:lnTo>
                <a:lnTo>
                  <a:pt x="791" y="1044"/>
                </a:lnTo>
                <a:lnTo>
                  <a:pt x="775" y="1039"/>
                </a:lnTo>
                <a:close/>
                <a:moveTo>
                  <a:pt x="676" y="1039"/>
                </a:moveTo>
                <a:lnTo>
                  <a:pt x="693" y="1199"/>
                </a:lnTo>
                <a:lnTo>
                  <a:pt x="792" y="1176"/>
                </a:lnTo>
                <a:lnTo>
                  <a:pt x="784" y="1161"/>
                </a:lnTo>
                <a:lnTo>
                  <a:pt x="776" y="1144"/>
                </a:lnTo>
                <a:lnTo>
                  <a:pt x="768" y="1126"/>
                </a:lnTo>
                <a:lnTo>
                  <a:pt x="760" y="1108"/>
                </a:lnTo>
                <a:lnTo>
                  <a:pt x="751" y="1091"/>
                </a:lnTo>
                <a:lnTo>
                  <a:pt x="742" y="1075"/>
                </a:lnTo>
                <a:lnTo>
                  <a:pt x="734" y="1061"/>
                </a:lnTo>
                <a:lnTo>
                  <a:pt x="726" y="1052"/>
                </a:lnTo>
                <a:lnTo>
                  <a:pt x="718" y="1047"/>
                </a:lnTo>
                <a:lnTo>
                  <a:pt x="706" y="1043"/>
                </a:lnTo>
                <a:lnTo>
                  <a:pt x="696" y="1042"/>
                </a:lnTo>
                <a:lnTo>
                  <a:pt x="684" y="1040"/>
                </a:lnTo>
                <a:lnTo>
                  <a:pt x="676" y="1039"/>
                </a:lnTo>
                <a:close/>
                <a:moveTo>
                  <a:pt x="324" y="1024"/>
                </a:moveTo>
                <a:lnTo>
                  <a:pt x="313" y="1025"/>
                </a:lnTo>
                <a:lnTo>
                  <a:pt x="302" y="1026"/>
                </a:lnTo>
                <a:lnTo>
                  <a:pt x="289" y="1029"/>
                </a:lnTo>
                <a:lnTo>
                  <a:pt x="277" y="1032"/>
                </a:lnTo>
                <a:lnTo>
                  <a:pt x="264" y="1037"/>
                </a:lnTo>
                <a:lnTo>
                  <a:pt x="253" y="1044"/>
                </a:lnTo>
                <a:lnTo>
                  <a:pt x="243" y="1054"/>
                </a:lnTo>
                <a:lnTo>
                  <a:pt x="236" y="1064"/>
                </a:lnTo>
                <a:lnTo>
                  <a:pt x="231" y="1077"/>
                </a:lnTo>
                <a:lnTo>
                  <a:pt x="228" y="1101"/>
                </a:lnTo>
                <a:lnTo>
                  <a:pt x="230" y="1126"/>
                </a:lnTo>
                <a:lnTo>
                  <a:pt x="235" y="1154"/>
                </a:lnTo>
                <a:lnTo>
                  <a:pt x="243" y="1182"/>
                </a:lnTo>
                <a:lnTo>
                  <a:pt x="254" y="1210"/>
                </a:lnTo>
                <a:lnTo>
                  <a:pt x="267" y="1238"/>
                </a:lnTo>
                <a:lnTo>
                  <a:pt x="282" y="1266"/>
                </a:lnTo>
                <a:lnTo>
                  <a:pt x="300" y="1292"/>
                </a:lnTo>
                <a:lnTo>
                  <a:pt x="318" y="1317"/>
                </a:lnTo>
                <a:lnTo>
                  <a:pt x="338" y="1339"/>
                </a:lnTo>
                <a:lnTo>
                  <a:pt x="358" y="1358"/>
                </a:lnTo>
                <a:lnTo>
                  <a:pt x="379" y="1374"/>
                </a:lnTo>
                <a:lnTo>
                  <a:pt x="371" y="1100"/>
                </a:lnTo>
                <a:lnTo>
                  <a:pt x="359" y="1099"/>
                </a:lnTo>
                <a:lnTo>
                  <a:pt x="334" y="1098"/>
                </a:lnTo>
                <a:lnTo>
                  <a:pt x="323" y="1095"/>
                </a:lnTo>
                <a:lnTo>
                  <a:pt x="313" y="1092"/>
                </a:lnTo>
                <a:lnTo>
                  <a:pt x="305" y="1085"/>
                </a:lnTo>
                <a:lnTo>
                  <a:pt x="303" y="1078"/>
                </a:lnTo>
                <a:lnTo>
                  <a:pt x="305" y="1070"/>
                </a:lnTo>
                <a:lnTo>
                  <a:pt x="310" y="1061"/>
                </a:lnTo>
                <a:lnTo>
                  <a:pt x="317" y="1052"/>
                </a:lnTo>
                <a:lnTo>
                  <a:pt x="325" y="1043"/>
                </a:lnTo>
                <a:lnTo>
                  <a:pt x="333" y="1033"/>
                </a:lnTo>
                <a:lnTo>
                  <a:pt x="338" y="1024"/>
                </a:lnTo>
                <a:lnTo>
                  <a:pt x="324" y="1024"/>
                </a:lnTo>
                <a:close/>
                <a:moveTo>
                  <a:pt x="891" y="917"/>
                </a:moveTo>
                <a:lnTo>
                  <a:pt x="893" y="938"/>
                </a:lnTo>
                <a:lnTo>
                  <a:pt x="895" y="960"/>
                </a:lnTo>
                <a:lnTo>
                  <a:pt x="895" y="984"/>
                </a:lnTo>
                <a:lnTo>
                  <a:pt x="896" y="1007"/>
                </a:lnTo>
                <a:lnTo>
                  <a:pt x="898" y="1030"/>
                </a:lnTo>
                <a:lnTo>
                  <a:pt x="901" y="1052"/>
                </a:lnTo>
                <a:lnTo>
                  <a:pt x="906" y="1073"/>
                </a:lnTo>
                <a:lnTo>
                  <a:pt x="915" y="1092"/>
                </a:lnTo>
                <a:lnTo>
                  <a:pt x="981" y="1108"/>
                </a:lnTo>
                <a:lnTo>
                  <a:pt x="976" y="1090"/>
                </a:lnTo>
                <a:lnTo>
                  <a:pt x="971" y="1071"/>
                </a:lnTo>
                <a:lnTo>
                  <a:pt x="969" y="1054"/>
                </a:lnTo>
                <a:lnTo>
                  <a:pt x="966" y="1035"/>
                </a:lnTo>
                <a:lnTo>
                  <a:pt x="964" y="1018"/>
                </a:lnTo>
                <a:lnTo>
                  <a:pt x="960" y="1001"/>
                </a:lnTo>
                <a:lnTo>
                  <a:pt x="957" y="985"/>
                </a:lnTo>
                <a:lnTo>
                  <a:pt x="952" y="970"/>
                </a:lnTo>
                <a:lnTo>
                  <a:pt x="946" y="956"/>
                </a:lnTo>
                <a:lnTo>
                  <a:pt x="937" y="944"/>
                </a:lnTo>
                <a:lnTo>
                  <a:pt x="925" y="933"/>
                </a:lnTo>
                <a:lnTo>
                  <a:pt x="909" y="924"/>
                </a:lnTo>
                <a:lnTo>
                  <a:pt x="891" y="917"/>
                </a:lnTo>
                <a:close/>
                <a:moveTo>
                  <a:pt x="495" y="864"/>
                </a:moveTo>
                <a:lnTo>
                  <a:pt x="445" y="1024"/>
                </a:lnTo>
                <a:lnTo>
                  <a:pt x="459" y="1037"/>
                </a:lnTo>
                <a:lnTo>
                  <a:pt x="471" y="1052"/>
                </a:lnTo>
                <a:lnTo>
                  <a:pt x="482" y="1066"/>
                </a:lnTo>
                <a:lnTo>
                  <a:pt x="504" y="1097"/>
                </a:lnTo>
                <a:lnTo>
                  <a:pt x="515" y="1111"/>
                </a:lnTo>
                <a:lnTo>
                  <a:pt x="528" y="1125"/>
                </a:lnTo>
                <a:lnTo>
                  <a:pt x="543" y="1136"/>
                </a:lnTo>
                <a:lnTo>
                  <a:pt x="561" y="1146"/>
                </a:lnTo>
                <a:lnTo>
                  <a:pt x="561" y="1138"/>
                </a:lnTo>
                <a:lnTo>
                  <a:pt x="495" y="864"/>
                </a:lnTo>
                <a:close/>
                <a:moveTo>
                  <a:pt x="971" y="749"/>
                </a:moveTo>
                <a:lnTo>
                  <a:pt x="959" y="751"/>
                </a:lnTo>
                <a:lnTo>
                  <a:pt x="946" y="755"/>
                </a:lnTo>
                <a:lnTo>
                  <a:pt x="934" y="762"/>
                </a:lnTo>
                <a:lnTo>
                  <a:pt x="924" y="773"/>
                </a:lnTo>
                <a:lnTo>
                  <a:pt x="920" y="780"/>
                </a:lnTo>
                <a:lnTo>
                  <a:pt x="917" y="792"/>
                </a:lnTo>
                <a:lnTo>
                  <a:pt x="916" y="806"/>
                </a:lnTo>
                <a:lnTo>
                  <a:pt x="915" y="820"/>
                </a:lnTo>
                <a:lnTo>
                  <a:pt x="915" y="849"/>
                </a:lnTo>
                <a:lnTo>
                  <a:pt x="932" y="856"/>
                </a:lnTo>
                <a:lnTo>
                  <a:pt x="942" y="847"/>
                </a:lnTo>
                <a:lnTo>
                  <a:pt x="951" y="837"/>
                </a:lnTo>
                <a:lnTo>
                  <a:pt x="960" y="828"/>
                </a:lnTo>
                <a:lnTo>
                  <a:pt x="969" y="822"/>
                </a:lnTo>
                <a:lnTo>
                  <a:pt x="977" y="817"/>
                </a:lnTo>
                <a:lnTo>
                  <a:pt x="984" y="817"/>
                </a:lnTo>
                <a:lnTo>
                  <a:pt x="991" y="822"/>
                </a:lnTo>
                <a:lnTo>
                  <a:pt x="995" y="828"/>
                </a:lnTo>
                <a:lnTo>
                  <a:pt x="996" y="838"/>
                </a:lnTo>
                <a:lnTo>
                  <a:pt x="995" y="850"/>
                </a:lnTo>
                <a:lnTo>
                  <a:pt x="992" y="862"/>
                </a:lnTo>
                <a:lnTo>
                  <a:pt x="989" y="877"/>
                </a:lnTo>
                <a:lnTo>
                  <a:pt x="983" y="891"/>
                </a:lnTo>
                <a:lnTo>
                  <a:pt x="979" y="905"/>
                </a:lnTo>
                <a:lnTo>
                  <a:pt x="973" y="917"/>
                </a:lnTo>
                <a:lnTo>
                  <a:pt x="977" y="918"/>
                </a:lnTo>
                <a:lnTo>
                  <a:pt x="982" y="919"/>
                </a:lnTo>
                <a:lnTo>
                  <a:pt x="988" y="919"/>
                </a:lnTo>
                <a:lnTo>
                  <a:pt x="994" y="917"/>
                </a:lnTo>
                <a:lnTo>
                  <a:pt x="1002" y="914"/>
                </a:lnTo>
                <a:lnTo>
                  <a:pt x="1012" y="908"/>
                </a:lnTo>
                <a:lnTo>
                  <a:pt x="1023" y="898"/>
                </a:lnTo>
                <a:lnTo>
                  <a:pt x="1026" y="891"/>
                </a:lnTo>
                <a:lnTo>
                  <a:pt x="1029" y="881"/>
                </a:lnTo>
                <a:lnTo>
                  <a:pt x="1032" y="867"/>
                </a:lnTo>
                <a:lnTo>
                  <a:pt x="1034" y="852"/>
                </a:lnTo>
                <a:lnTo>
                  <a:pt x="1035" y="836"/>
                </a:lnTo>
                <a:lnTo>
                  <a:pt x="1036" y="820"/>
                </a:lnTo>
                <a:lnTo>
                  <a:pt x="1036" y="805"/>
                </a:lnTo>
                <a:lnTo>
                  <a:pt x="1035" y="790"/>
                </a:lnTo>
                <a:lnTo>
                  <a:pt x="1034" y="780"/>
                </a:lnTo>
                <a:lnTo>
                  <a:pt x="1031" y="773"/>
                </a:lnTo>
                <a:lnTo>
                  <a:pt x="1025" y="767"/>
                </a:lnTo>
                <a:lnTo>
                  <a:pt x="1018" y="761"/>
                </a:lnTo>
                <a:lnTo>
                  <a:pt x="1008" y="756"/>
                </a:lnTo>
                <a:lnTo>
                  <a:pt x="997" y="752"/>
                </a:lnTo>
                <a:lnTo>
                  <a:pt x="984" y="750"/>
                </a:lnTo>
                <a:lnTo>
                  <a:pt x="971" y="749"/>
                </a:lnTo>
                <a:close/>
                <a:moveTo>
                  <a:pt x="585" y="724"/>
                </a:moveTo>
                <a:lnTo>
                  <a:pt x="569" y="727"/>
                </a:lnTo>
                <a:lnTo>
                  <a:pt x="558" y="734"/>
                </a:lnTo>
                <a:lnTo>
                  <a:pt x="550" y="745"/>
                </a:lnTo>
                <a:lnTo>
                  <a:pt x="544" y="757"/>
                </a:lnTo>
                <a:lnTo>
                  <a:pt x="543" y="777"/>
                </a:lnTo>
                <a:lnTo>
                  <a:pt x="543" y="801"/>
                </a:lnTo>
                <a:lnTo>
                  <a:pt x="544" y="827"/>
                </a:lnTo>
                <a:lnTo>
                  <a:pt x="547" y="855"/>
                </a:lnTo>
                <a:lnTo>
                  <a:pt x="558" y="916"/>
                </a:lnTo>
                <a:lnTo>
                  <a:pt x="565" y="946"/>
                </a:lnTo>
                <a:lnTo>
                  <a:pt x="572" y="977"/>
                </a:lnTo>
                <a:lnTo>
                  <a:pt x="578" y="1005"/>
                </a:lnTo>
                <a:lnTo>
                  <a:pt x="586" y="1032"/>
                </a:lnTo>
                <a:lnTo>
                  <a:pt x="602" y="1032"/>
                </a:lnTo>
                <a:lnTo>
                  <a:pt x="604" y="993"/>
                </a:lnTo>
                <a:lnTo>
                  <a:pt x="609" y="958"/>
                </a:lnTo>
                <a:lnTo>
                  <a:pt x="617" y="923"/>
                </a:lnTo>
                <a:lnTo>
                  <a:pt x="627" y="892"/>
                </a:lnTo>
                <a:lnTo>
                  <a:pt x="639" y="861"/>
                </a:lnTo>
                <a:lnTo>
                  <a:pt x="652" y="834"/>
                </a:lnTo>
                <a:lnTo>
                  <a:pt x="640" y="828"/>
                </a:lnTo>
                <a:lnTo>
                  <a:pt x="628" y="823"/>
                </a:lnTo>
                <a:lnTo>
                  <a:pt x="602" y="812"/>
                </a:lnTo>
                <a:lnTo>
                  <a:pt x="592" y="808"/>
                </a:lnTo>
                <a:lnTo>
                  <a:pt x="584" y="804"/>
                </a:lnTo>
                <a:lnTo>
                  <a:pt x="580" y="801"/>
                </a:lnTo>
                <a:lnTo>
                  <a:pt x="576" y="793"/>
                </a:lnTo>
                <a:lnTo>
                  <a:pt x="574" y="784"/>
                </a:lnTo>
                <a:lnTo>
                  <a:pt x="575" y="773"/>
                </a:lnTo>
                <a:lnTo>
                  <a:pt x="579" y="764"/>
                </a:lnTo>
                <a:lnTo>
                  <a:pt x="586" y="756"/>
                </a:lnTo>
                <a:lnTo>
                  <a:pt x="595" y="751"/>
                </a:lnTo>
                <a:lnTo>
                  <a:pt x="605" y="750"/>
                </a:lnTo>
                <a:lnTo>
                  <a:pt x="616" y="751"/>
                </a:lnTo>
                <a:lnTo>
                  <a:pt x="626" y="752"/>
                </a:lnTo>
                <a:lnTo>
                  <a:pt x="635" y="755"/>
                </a:lnTo>
                <a:lnTo>
                  <a:pt x="643" y="757"/>
                </a:lnTo>
                <a:lnTo>
                  <a:pt x="642" y="756"/>
                </a:lnTo>
                <a:lnTo>
                  <a:pt x="640" y="751"/>
                </a:lnTo>
                <a:lnTo>
                  <a:pt x="635" y="746"/>
                </a:lnTo>
                <a:lnTo>
                  <a:pt x="629" y="739"/>
                </a:lnTo>
                <a:lnTo>
                  <a:pt x="620" y="732"/>
                </a:lnTo>
                <a:lnTo>
                  <a:pt x="610" y="727"/>
                </a:lnTo>
                <a:lnTo>
                  <a:pt x="598" y="724"/>
                </a:lnTo>
                <a:lnTo>
                  <a:pt x="585" y="724"/>
                </a:lnTo>
                <a:close/>
                <a:moveTo>
                  <a:pt x="792" y="666"/>
                </a:moveTo>
                <a:lnTo>
                  <a:pt x="783" y="694"/>
                </a:lnTo>
                <a:lnTo>
                  <a:pt x="770" y="723"/>
                </a:lnTo>
                <a:lnTo>
                  <a:pt x="756" y="752"/>
                </a:lnTo>
                <a:lnTo>
                  <a:pt x="741" y="783"/>
                </a:lnTo>
                <a:lnTo>
                  <a:pt x="726" y="814"/>
                </a:lnTo>
                <a:lnTo>
                  <a:pt x="712" y="845"/>
                </a:lnTo>
                <a:lnTo>
                  <a:pt x="699" y="878"/>
                </a:lnTo>
                <a:lnTo>
                  <a:pt x="690" y="909"/>
                </a:lnTo>
                <a:lnTo>
                  <a:pt x="684" y="940"/>
                </a:lnTo>
                <a:lnTo>
                  <a:pt x="681" y="971"/>
                </a:lnTo>
                <a:lnTo>
                  <a:pt x="685" y="1001"/>
                </a:lnTo>
                <a:lnTo>
                  <a:pt x="716" y="998"/>
                </a:lnTo>
                <a:lnTo>
                  <a:pt x="745" y="998"/>
                </a:lnTo>
                <a:lnTo>
                  <a:pt x="772" y="999"/>
                </a:lnTo>
                <a:lnTo>
                  <a:pt x="798" y="1004"/>
                </a:lnTo>
                <a:lnTo>
                  <a:pt x="824" y="1010"/>
                </a:lnTo>
                <a:lnTo>
                  <a:pt x="849" y="1016"/>
                </a:lnTo>
                <a:lnTo>
                  <a:pt x="850" y="1011"/>
                </a:lnTo>
                <a:lnTo>
                  <a:pt x="851" y="1003"/>
                </a:lnTo>
                <a:lnTo>
                  <a:pt x="850" y="992"/>
                </a:lnTo>
                <a:lnTo>
                  <a:pt x="849" y="978"/>
                </a:lnTo>
                <a:lnTo>
                  <a:pt x="846" y="962"/>
                </a:lnTo>
                <a:lnTo>
                  <a:pt x="840" y="945"/>
                </a:lnTo>
                <a:lnTo>
                  <a:pt x="832" y="927"/>
                </a:lnTo>
                <a:lnTo>
                  <a:pt x="820" y="908"/>
                </a:lnTo>
                <a:lnTo>
                  <a:pt x="805" y="888"/>
                </a:lnTo>
                <a:lnTo>
                  <a:pt x="784" y="868"/>
                </a:lnTo>
                <a:lnTo>
                  <a:pt x="759" y="849"/>
                </a:lnTo>
                <a:lnTo>
                  <a:pt x="874" y="856"/>
                </a:lnTo>
                <a:lnTo>
                  <a:pt x="871" y="831"/>
                </a:lnTo>
                <a:lnTo>
                  <a:pt x="874" y="806"/>
                </a:lnTo>
                <a:lnTo>
                  <a:pt x="882" y="783"/>
                </a:lnTo>
                <a:lnTo>
                  <a:pt x="893" y="761"/>
                </a:lnTo>
                <a:lnTo>
                  <a:pt x="907" y="741"/>
                </a:lnTo>
                <a:lnTo>
                  <a:pt x="926" y="725"/>
                </a:lnTo>
                <a:lnTo>
                  <a:pt x="946" y="713"/>
                </a:lnTo>
                <a:lnTo>
                  <a:pt x="967" y="704"/>
                </a:lnTo>
                <a:lnTo>
                  <a:pt x="927" y="702"/>
                </a:lnTo>
                <a:lnTo>
                  <a:pt x="890" y="696"/>
                </a:lnTo>
                <a:lnTo>
                  <a:pt x="855" y="687"/>
                </a:lnTo>
                <a:lnTo>
                  <a:pt x="823" y="677"/>
                </a:lnTo>
                <a:lnTo>
                  <a:pt x="792" y="666"/>
                </a:lnTo>
                <a:close/>
                <a:moveTo>
                  <a:pt x="825" y="559"/>
                </a:moveTo>
                <a:lnTo>
                  <a:pt x="808" y="643"/>
                </a:lnTo>
                <a:lnTo>
                  <a:pt x="834" y="638"/>
                </a:lnTo>
                <a:lnTo>
                  <a:pt x="861" y="637"/>
                </a:lnTo>
                <a:lnTo>
                  <a:pt x="888" y="638"/>
                </a:lnTo>
                <a:lnTo>
                  <a:pt x="915" y="642"/>
                </a:lnTo>
                <a:lnTo>
                  <a:pt x="941" y="646"/>
                </a:lnTo>
                <a:lnTo>
                  <a:pt x="965" y="651"/>
                </a:lnTo>
                <a:lnTo>
                  <a:pt x="825" y="559"/>
                </a:lnTo>
                <a:close/>
                <a:moveTo>
                  <a:pt x="849" y="438"/>
                </a:moveTo>
                <a:lnTo>
                  <a:pt x="841" y="530"/>
                </a:lnTo>
                <a:lnTo>
                  <a:pt x="965" y="567"/>
                </a:lnTo>
                <a:lnTo>
                  <a:pt x="849" y="438"/>
                </a:lnTo>
                <a:close/>
                <a:moveTo>
                  <a:pt x="1050" y="0"/>
                </a:moveTo>
                <a:lnTo>
                  <a:pt x="1050" y="14"/>
                </a:lnTo>
                <a:lnTo>
                  <a:pt x="1051" y="29"/>
                </a:lnTo>
                <a:lnTo>
                  <a:pt x="1051" y="257"/>
                </a:lnTo>
                <a:lnTo>
                  <a:pt x="1052" y="302"/>
                </a:lnTo>
                <a:lnTo>
                  <a:pt x="1052" y="933"/>
                </a:lnTo>
                <a:lnTo>
                  <a:pt x="1051" y="933"/>
                </a:lnTo>
                <a:lnTo>
                  <a:pt x="1050" y="932"/>
                </a:lnTo>
                <a:lnTo>
                  <a:pt x="1048" y="931"/>
                </a:lnTo>
                <a:lnTo>
                  <a:pt x="1041" y="931"/>
                </a:lnTo>
                <a:lnTo>
                  <a:pt x="1039" y="933"/>
                </a:lnTo>
                <a:lnTo>
                  <a:pt x="1036" y="936"/>
                </a:lnTo>
                <a:lnTo>
                  <a:pt x="1021" y="965"/>
                </a:lnTo>
                <a:lnTo>
                  <a:pt x="1014" y="978"/>
                </a:lnTo>
                <a:lnTo>
                  <a:pt x="1008" y="993"/>
                </a:lnTo>
                <a:lnTo>
                  <a:pt x="1003" y="1009"/>
                </a:lnTo>
                <a:lnTo>
                  <a:pt x="1000" y="1025"/>
                </a:lnTo>
                <a:lnTo>
                  <a:pt x="997" y="1040"/>
                </a:lnTo>
                <a:lnTo>
                  <a:pt x="998" y="1054"/>
                </a:lnTo>
                <a:lnTo>
                  <a:pt x="1002" y="1070"/>
                </a:lnTo>
                <a:lnTo>
                  <a:pt x="1006" y="1081"/>
                </a:lnTo>
                <a:lnTo>
                  <a:pt x="1012" y="1091"/>
                </a:lnTo>
                <a:lnTo>
                  <a:pt x="1019" y="1096"/>
                </a:lnTo>
                <a:lnTo>
                  <a:pt x="1026" y="1099"/>
                </a:lnTo>
                <a:lnTo>
                  <a:pt x="1035" y="1101"/>
                </a:lnTo>
                <a:lnTo>
                  <a:pt x="1044" y="1101"/>
                </a:lnTo>
                <a:lnTo>
                  <a:pt x="1052" y="1099"/>
                </a:lnTo>
                <a:lnTo>
                  <a:pt x="1052" y="1610"/>
                </a:lnTo>
                <a:lnTo>
                  <a:pt x="932" y="1610"/>
                </a:lnTo>
                <a:lnTo>
                  <a:pt x="932" y="1633"/>
                </a:lnTo>
                <a:lnTo>
                  <a:pt x="1052" y="1633"/>
                </a:lnTo>
                <a:lnTo>
                  <a:pt x="1052" y="1671"/>
                </a:lnTo>
                <a:lnTo>
                  <a:pt x="1031" y="1671"/>
                </a:lnTo>
                <a:lnTo>
                  <a:pt x="1027" y="1682"/>
                </a:lnTo>
                <a:lnTo>
                  <a:pt x="1025" y="1693"/>
                </a:lnTo>
                <a:lnTo>
                  <a:pt x="1021" y="1705"/>
                </a:lnTo>
                <a:lnTo>
                  <a:pt x="1014" y="1717"/>
                </a:lnTo>
                <a:lnTo>
                  <a:pt x="1008" y="1722"/>
                </a:lnTo>
                <a:lnTo>
                  <a:pt x="998" y="1726"/>
                </a:lnTo>
                <a:lnTo>
                  <a:pt x="985" y="1730"/>
                </a:lnTo>
                <a:lnTo>
                  <a:pt x="941" y="1740"/>
                </a:lnTo>
                <a:lnTo>
                  <a:pt x="929" y="1745"/>
                </a:lnTo>
                <a:lnTo>
                  <a:pt x="920" y="1749"/>
                </a:lnTo>
                <a:lnTo>
                  <a:pt x="915" y="1755"/>
                </a:lnTo>
                <a:lnTo>
                  <a:pt x="914" y="1768"/>
                </a:lnTo>
                <a:lnTo>
                  <a:pt x="915" y="1778"/>
                </a:lnTo>
                <a:lnTo>
                  <a:pt x="921" y="1787"/>
                </a:lnTo>
                <a:lnTo>
                  <a:pt x="928" y="1794"/>
                </a:lnTo>
                <a:lnTo>
                  <a:pt x="937" y="1799"/>
                </a:lnTo>
                <a:lnTo>
                  <a:pt x="948" y="1801"/>
                </a:lnTo>
                <a:lnTo>
                  <a:pt x="963" y="1804"/>
                </a:lnTo>
                <a:lnTo>
                  <a:pt x="982" y="1806"/>
                </a:lnTo>
                <a:lnTo>
                  <a:pt x="1004" y="1810"/>
                </a:lnTo>
                <a:lnTo>
                  <a:pt x="1028" y="1812"/>
                </a:lnTo>
                <a:lnTo>
                  <a:pt x="1052" y="1812"/>
                </a:lnTo>
                <a:lnTo>
                  <a:pt x="1052" y="1988"/>
                </a:lnTo>
                <a:lnTo>
                  <a:pt x="1044" y="1988"/>
                </a:lnTo>
                <a:lnTo>
                  <a:pt x="1036" y="1990"/>
                </a:lnTo>
                <a:lnTo>
                  <a:pt x="1030" y="1993"/>
                </a:lnTo>
                <a:lnTo>
                  <a:pt x="1027" y="1998"/>
                </a:lnTo>
                <a:lnTo>
                  <a:pt x="1026" y="2005"/>
                </a:lnTo>
                <a:lnTo>
                  <a:pt x="1026" y="2014"/>
                </a:lnTo>
                <a:lnTo>
                  <a:pt x="1028" y="2021"/>
                </a:lnTo>
                <a:lnTo>
                  <a:pt x="1032" y="2026"/>
                </a:lnTo>
                <a:lnTo>
                  <a:pt x="1039" y="2029"/>
                </a:lnTo>
                <a:lnTo>
                  <a:pt x="1046" y="2030"/>
                </a:lnTo>
                <a:lnTo>
                  <a:pt x="1052" y="2030"/>
                </a:lnTo>
                <a:lnTo>
                  <a:pt x="1052" y="2039"/>
                </a:lnTo>
                <a:lnTo>
                  <a:pt x="1034" y="2037"/>
                </a:lnTo>
                <a:lnTo>
                  <a:pt x="1023" y="2037"/>
                </a:lnTo>
                <a:lnTo>
                  <a:pt x="1018" y="2037"/>
                </a:lnTo>
                <a:lnTo>
                  <a:pt x="1013" y="2037"/>
                </a:lnTo>
                <a:lnTo>
                  <a:pt x="1005" y="2038"/>
                </a:lnTo>
                <a:lnTo>
                  <a:pt x="997" y="2041"/>
                </a:lnTo>
                <a:lnTo>
                  <a:pt x="990" y="2044"/>
                </a:lnTo>
                <a:lnTo>
                  <a:pt x="982" y="2050"/>
                </a:lnTo>
                <a:lnTo>
                  <a:pt x="976" y="2057"/>
                </a:lnTo>
                <a:lnTo>
                  <a:pt x="970" y="2066"/>
                </a:lnTo>
                <a:lnTo>
                  <a:pt x="967" y="2078"/>
                </a:lnTo>
                <a:lnTo>
                  <a:pt x="965" y="2092"/>
                </a:lnTo>
                <a:lnTo>
                  <a:pt x="967" y="2108"/>
                </a:lnTo>
                <a:lnTo>
                  <a:pt x="971" y="2123"/>
                </a:lnTo>
                <a:lnTo>
                  <a:pt x="980" y="2135"/>
                </a:lnTo>
                <a:lnTo>
                  <a:pt x="989" y="2145"/>
                </a:lnTo>
                <a:lnTo>
                  <a:pt x="1001" y="2154"/>
                </a:lnTo>
                <a:lnTo>
                  <a:pt x="1013" y="2163"/>
                </a:lnTo>
                <a:lnTo>
                  <a:pt x="1025" y="2171"/>
                </a:lnTo>
                <a:lnTo>
                  <a:pt x="1039" y="2179"/>
                </a:lnTo>
                <a:lnTo>
                  <a:pt x="1052" y="2187"/>
                </a:lnTo>
                <a:lnTo>
                  <a:pt x="1052" y="2787"/>
                </a:lnTo>
                <a:lnTo>
                  <a:pt x="1018" y="2786"/>
                </a:lnTo>
                <a:lnTo>
                  <a:pt x="982" y="2783"/>
                </a:lnTo>
                <a:lnTo>
                  <a:pt x="945" y="2777"/>
                </a:lnTo>
                <a:lnTo>
                  <a:pt x="907" y="2768"/>
                </a:lnTo>
                <a:lnTo>
                  <a:pt x="734" y="2699"/>
                </a:lnTo>
                <a:lnTo>
                  <a:pt x="701" y="2684"/>
                </a:lnTo>
                <a:lnTo>
                  <a:pt x="665" y="2668"/>
                </a:lnTo>
                <a:lnTo>
                  <a:pt x="630" y="2650"/>
                </a:lnTo>
                <a:lnTo>
                  <a:pt x="592" y="2630"/>
                </a:lnTo>
                <a:lnTo>
                  <a:pt x="554" y="2609"/>
                </a:lnTo>
                <a:lnTo>
                  <a:pt x="517" y="2586"/>
                </a:lnTo>
                <a:lnTo>
                  <a:pt x="479" y="2562"/>
                </a:lnTo>
                <a:lnTo>
                  <a:pt x="442" y="2537"/>
                </a:lnTo>
                <a:lnTo>
                  <a:pt x="406" y="2509"/>
                </a:lnTo>
                <a:lnTo>
                  <a:pt x="372" y="2481"/>
                </a:lnTo>
                <a:lnTo>
                  <a:pt x="340" y="2450"/>
                </a:lnTo>
                <a:lnTo>
                  <a:pt x="310" y="2418"/>
                </a:lnTo>
                <a:lnTo>
                  <a:pt x="282" y="2385"/>
                </a:lnTo>
                <a:lnTo>
                  <a:pt x="258" y="2350"/>
                </a:lnTo>
                <a:lnTo>
                  <a:pt x="237" y="2315"/>
                </a:lnTo>
                <a:lnTo>
                  <a:pt x="220" y="2277"/>
                </a:lnTo>
                <a:lnTo>
                  <a:pt x="207" y="2238"/>
                </a:lnTo>
                <a:lnTo>
                  <a:pt x="199" y="2197"/>
                </a:lnTo>
                <a:lnTo>
                  <a:pt x="196" y="2156"/>
                </a:lnTo>
                <a:lnTo>
                  <a:pt x="198" y="2113"/>
                </a:lnTo>
                <a:lnTo>
                  <a:pt x="180" y="2112"/>
                </a:lnTo>
                <a:lnTo>
                  <a:pt x="165" y="2110"/>
                </a:lnTo>
                <a:lnTo>
                  <a:pt x="153" y="2108"/>
                </a:lnTo>
                <a:lnTo>
                  <a:pt x="143" y="2103"/>
                </a:lnTo>
                <a:lnTo>
                  <a:pt x="132" y="2097"/>
                </a:lnTo>
                <a:lnTo>
                  <a:pt x="149" y="2075"/>
                </a:lnTo>
                <a:lnTo>
                  <a:pt x="198" y="2044"/>
                </a:lnTo>
                <a:lnTo>
                  <a:pt x="116" y="2037"/>
                </a:lnTo>
                <a:lnTo>
                  <a:pt x="124" y="2021"/>
                </a:lnTo>
                <a:lnTo>
                  <a:pt x="198" y="1998"/>
                </a:lnTo>
                <a:lnTo>
                  <a:pt x="124" y="1930"/>
                </a:lnTo>
                <a:lnTo>
                  <a:pt x="124" y="1922"/>
                </a:lnTo>
                <a:lnTo>
                  <a:pt x="297" y="1953"/>
                </a:lnTo>
                <a:lnTo>
                  <a:pt x="281" y="1934"/>
                </a:lnTo>
                <a:lnTo>
                  <a:pt x="267" y="1916"/>
                </a:lnTo>
                <a:lnTo>
                  <a:pt x="253" y="1899"/>
                </a:lnTo>
                <a:lnTo>
                  <a:pt x="242" y="1882"/>
                </a:lnTo>
                <a:lnTo>
                  <a:pt x="232" y="1864"/>
                </a:lnTo>
                <a:lnTo>
                  <a:pt x="225" y="1845"/>
                </a:lnTo>
                <a:lnTo>
                  <a:pt x="220" y="1827"/>
                </a:lnTo>
                <a:lnTo>
                  <a:pt x="217" y="1806"/>
                </a:lnTo>
                <a:lnTo>
                  <a:pt x="218" y="1784"/>
                </a:lnTo>
                <a:lnTo>
                  <a:pt x="223" y="1759"/>
                </a:lnTo>
                <a:lnTo>
                  <a:pt x="231" y="1732"/>
                </a:lnTo>
                <a:lnTo>
                  <a:pt x="223" y="1732"/>
                </a:lnTo>
                <a:lnTo>
                  <a:pt x="204" y="1736"/>
                </a:lnTo>
                <a:lnTo>
                  <a:pt x="183" y="1739"/>
                </a:lnTo>
                <a:lnTo>
                  <a:pt x="160" y="1741"/>
                </a:lnTo>
                <a:lnTo>
                  <a:pt x="137" y="1741"/>
                </a:lnTo>
                <a:lnTo>
                  <a:pt x="112" y="1740"/>
                </a:lnTo>
                <a:lnTo>
                  <a:pt x="89" y="1739"/>
                </a:lnTo>
                <a:lnTo>
                  <a:pt x="67" y="1735"/>
                </a:lnTo>
                <a:lnTo>
                  <a:pt x="49" y="1730"/>
                </a:lnTo>
                <a:lnTo>
                  <a:pt x="33" y="1724"/>
                </a:lnTo>
                <a:lnTo>
                  <a:pt x="41" y="1709"/>
                </a:lnTo>
                <a:lnTo>
                  <a:pt x="132" y="1671"/>
                </a:lnTo>
                <a:lnTo>
                  <a:pt x="108" y="1659"/>
                </a:lnTo>
                <a:lnTo>
                  <a:pt x="85" y="1649"/>
                </a:lnTo>
                <a:lnTo>
                  <a:pt x="64" y="1638"/>
                </a:lnTo>
                <a:lnTo>
                  <a:pt x="44" y="1627"/>
                </a:lnTo>
                <a:lnTo>
                  <a:pt x="26" y="1613"/>
                </a:lnTo>
                <a:lnTo>
                  <a:pt x="8" y="1595"/>
                </a:lnTo>
                <a:lnTo>
                  <a:pt x="124" y="1603"/>
                </a:lnTo>
                <a:lnTo>
                  <a:pt x="111" y="1585"/>
                </a:lnTo>
                <a:lnTo>
                  <a:pt x="83" y="1554"/>
                </a:lnTo>
                <a:lnTo>
                  <a:pt x="45" y="1511"/>
                </a:lnTo>
                <a:lnTo>
                  <a:pt x="34" y="1495"/>
                </a:lnTo>
                <a:lnTo>
                  <a:pt x="24" y="1478"/>
                </a:lnTo>
                <a:lnTo>
                  <a:pt x="16" y="1459"/>
                </a:lnTo>
                <a:lnTo>
                  <a:pt x="8" y="1436"/>
                </a:lnTo>
                <a:lnTo>
                  <a:pt x="3" y="1411"/>
                </a:lnTo>
                <a:lnTo>
                  <a:pt x="0" y="1382"/>
                </a:lnTo>
                <a:lnTo>
                  <a:pt x="1" y="1383"/>
                </a:lnTo>
                <a:lnTo>
                  <a:pt x="4" y="1389"/>
                </a:lnTo>
                <a:lnTo>
                  <a:pt x="8" y="1398"/>
                </a:lnTo>
                <a:lnTo>
                  <a:pt x="16" y="1409"/>
                </a:lnTo>
                <a:lnTo>
                  <a:pt x="27" y="1421"/>
                </a:lnTo>
                <a:lnTo>
                  <a:pt x="40" y="1433"/>
                </a:lnTo>
                <a:lnTo>
                  <a:pt x="60" y="1446"/>
                </a:lnTo>
                <a:lnTo>
                  <a:pt x="83" y="1458"/>
                </a:lnTo>
                <a:lnTo>
                  <a:pt x="75" y="1438"/>
                </a:lnTo>
                <a:lnTo>
                  <a:pt x="66" y="1416"/>
                </a:lnTo>
                <a:lnTo>
                  <a:pt x="56" y="1391"/>
                </a:lnTo>
                <a:lnTo>
                  <a:pt x="45" y="1366"/>
                </a:lnTo>
                <a:lnTo>
                  <a:pt x="35" y="1339"/>
                </a:lnTo>
                <a:lnTo>
                  <a:pt x="27" y="1311"/>
                </a:lnTo>
                <a:lnTo>
                  <a:pt x="19" y="1283"/>
                </a:lnTo>
                <a:lnTo>
                  <a:pt x="16" y="1255"/>
                </a:lnTo>
                <a:lnTo>
                  <a:pt x="14" y="1228"/>
                </a:lnTo>
                <a:lnTo>
                  <a:pt x="17" y="1202"/>
                </a:lnTo>
                <a:lnTo>
                  <a:pt x="25" y="1176"/>
                </a:lnTo>
                <a:lnTo>
                  <a:pt x="29" y="1196"/>
                </a:lnTo>
                <a:lnTo>
                  <a:pt x="36" y="1215"/>
                </a:lnTo>
                <a:lnTo>
                  <a:pt x="43" y="1236"/>
                </a:lnTo>
                <a:lnTo>
                  <a:pt x="52" y="1257"/>
                </a:lnTo>
                <a:lnTo>
                  <a:pt x="62" y="1277"/>
                </a:lnTo>
                <a:lnTo>
                  <a:pt x="73" y="1297"/>
                </a:lnTo>
                <a:lnTo>
                  <a:pt x="83" y="1317"/>
                </a:lnTo>
                <a:lnTo>
                  <a:pt x="94" y="1334"/>
                </a:lnTo>
                <a:lnTo>
                  <a:pt x="105" y="1351"/>
                </a:lnTo>
                <a:lnTo>
                  <a:pt x="115" y="1367"/>
                </a:lnTo>
                <a:lnTo>
                  <a:pt x="123" y="1379"/>
                </a:lnTo>
                <a:lnTo>
                  <a:pt x="130" y="1390"/>
                </a:lnTo>
                <a:lnTo>
                  <a:pt x="139" y="1403"/>
                </a:lnTo>
                <a:lnTo>
                  <a:pt x="140" y="1405"/>
                </a:lnTo>
                <a:lnTo>
                  <a:pt x="127" y="1334"/>
                </a:lnTo>
                <a:lnTo>
                  <a:pt x="118" y="1261"/>
                </a:lnTo>
                <a:lnTo>
                  <a:pt x="111" y="1186"/>
                </a:lnTo>
                <a:lnTo>
                  <a:pt x="108" y="1111"/>
                </a:lnTo>
                <a:lnTo>
                  <a:pt x="108" y="1035"/>
                </a:lnTo>
                <a:lnTo>
                  <a:pt x="112" y="960"/>
                </a:lnTo>
                <a:lnTo>
                  <a:pt x="120" y="884"/>
                </a:lnTo>
                <a:lnTo>
                  <a:pt x="132" y="811"/>
                </a:lnTo>
                <a:lnTo>
                  <a:pt x="140" y="811"/>
                </a:lnTo>
                <a:lnTo>
                  <a:pt x="138" y="883"/>
                </a:lnTo>
                <a:lnTo>
                  <a:pt x="138" y="955"/>
                </a:lnTo>
                <a:lnTo>
                  <a:pt x="138" y="1026"/>
                </a:lnTo>
                <a:lnTo>
                  <a:pt x="141" y="1098"/>
                </a:lnTo>
                <a:lnTo>
                  <a:pt x="148" y="1168"/>
                </a:lnTo>
                <a:lnTo>
                  <a:pt x="157" y="1237"/>
                </a:lnTo>
                <a:lnTo>
                  <a:pt x="157" y="1235"/>
                </a:lnTo>
                <a:lnTo>
                  <a:pt x="159" y="1226"/>
                </a:lnTo>
                <a:lnTo>
                  <a:pt x="160" y="1213"/>
                </a:lnTo>
                <a:lnTo>
                  <a:pt x="162" y="1195"/>
                </a:lnTo>
                <a:lnTo>
                  <a:pt x="166" y="1173"/>
                </a:lnTo>
                <a:lnTo>
                  <a:pt x="170" y="1147"/>
                </a:lnTo>
                <a:lnTo>
                  <a:pt x="174" y="1117"/>
                </a:lnTo>
                <a:lnTo>
                  <a:pt x="179" y="1084"/>
                </a:lnTo>
                <a:lnTo>
                  <a:pt x="185" y="1049"/>
                </a:lnTo>
                <a:lnTo>
                  <a:pt x="192" y="1011"/>
                </a:lnTo>
                <a:lnTo>
                  <a:pt x="199" y="972"/>
                </a:lnTo>
                <a:lnTo>
                  <a:pt x="206" y="932"/>
                </a:lnTo>
                <a:lnTo>
                  <a:pt x="214" y="889"/>
                </a:lnTo>
                <a:lnTo>
                  <a:pt x="224" y="847"/>
                </a:lnTo>
                <a:lnTo>
                  <a:pt x="244" y="761"/>
                </a:lnTo>
                <a:lnTo>
                  <a:pt x="255" y="718"/>
                </a:lnTo>
                <a:lnTo>
                  <a:pt x="266" y="677"/>
                </a:lnTo>
                <a:lnTo>
                  <a:pt x="278" y="637"/>
                </a:lnTo>
                <a:lnTo>
                  <a:pt x="291" y="599"/>
                </a:lnTo>
                <a:lnTo>
                  <a:pt x="304" y="563"/>
                </a:lnTo>
                <a:lnTo>
                  <a:pt x="318" y="529"/>
                </a:lnTo>
                <a:lnTo>
                  <a:pt x="333" y="498"/>
                </a:lnTo>
                <a:lnTo>
                  <a:pt x="347" y="470"/>
                </a:lnTo>
                <a:lnTo>
                  <a:pt x="363" y="446"/>
                </a:lnTo>
                <a:lnTo>
                  <a:pt x="352" y="497"/>
                </a:lnTo>
                <a:lnTo>
                  <a:pt x="341" y="544"/>
                </a:lnTo>
                <a:lnTo>
                  <a:pt x="329" y="589"/>
                </a:lnTo>
                <a:lnTo>
                  <a:pt x="318" y="632"/>
                </a:lnTo>
                <a:lnTo>
                  <a:pt x="307" y="675"/>
                </a:lnTo>
                <a:lnTo>
                  <a:pt x="295" y="717"/>
                </a:lnTo>
                <a:lnTo>
                  <a:pt x="285" y="760"/>
                </a:lnTo>
                <a:lnTo>
                  <a:pt x="275" y="805"/>
                </a:lnTo>
                <a:lnTo>
                  <a:pt x="265" y="852"/>
                </a:lnTo>
                <a:lnTo>
                  <a:pt x="256" y="903"/>
                </a:lnTo>
                <a:lnTo>
                  <a:pt x="247" y="957"/>
                </a:lnTo>
                <a:lnTo>
                  <a:pt x="239" y="1016"/>
                </a:lnTo>
                <a:lnTo>
                  <a:pt x="247" y="1014"/>
                </a:lnTo>
                <a:lnTo>
                  <a:pt x="260" y="1010"/>
                </a:lnTo>
                <a:lnTo>
                  <a:pt x="277" y="1006"/>
                </a:lnTo>
                <a:lnTo>
                  <a:pt x="295" y="1003"/>
                </a:lnTo>
                <a:lnTo>
                  <a:pt x="334" y="994"/>
                </a:lnTo>
                <a:lnTo>
                  <a:pt x="352" y="990"/>
                </a:lnTo>
                <a:lnTo>
                  <a:pt x="369" y="987"/>
                </a:lnTo>
                <a:lnTo>
                  <a:pt x="382" y="983"/>
                </a:lnTo>
                <a:lnTo>
                  <a:pt x="391" y="981"/>
                </a:lnTo>
                <a:lnTo>
                  <a:pt x="396" y="978"/>
                </a:lnTo>
                <a:lnTo>
                  <a:pt x="420" y="939"/>
                </a:lnTo>
                <a:lnTo>
                  <a:pt x="444" y="895"/>
                </a:lnTo>
                <a:lnTo>
                  <a:pt x="468" y="849"/>
                </a:lnTo>
                <a:lnTo>
                  <a:pt x="493" y="799"/>
                </a:lnTo>
                <a:lnTo>
                  <a:pt x="518" y="747"/>
                </a:lnTo>
                <a:lnTo>
                  <a:pt x="543" y="694"/>
                </a:lnTo>
                <a:lnTo>
                  <a:pt x="588" y="587"/>
                </a:lnTo>
                <a:lnTo>
                  <a:pt x="608" y="535"/>
                </a:lnTo>
                <a:lnTo>
                  <a:pt x="628" y="485"/>
                </a:lnTo>
                <a:lnTo>
                  <a:pt x="645" y="438"/>
                </a:lnTo>
                <a:lnTo>
                  <a:pt x="660" y="393"/>
                </a:lnTo>
                <a:lnTo>
                  <a:pt x="653" y="427"/>
                </a:lnTo>
                <a:lnTo>
                  <a:pt x="648" y="458"/>
                </a:lnTo>
                <a:lnTo>
                  <a:pt x="643" y="484"/>
                </a:lnTo>
                <a:lnTo>
                  <a:pt x="638" y="507"/>
                </a:lnTo>
                <a:lnTo>
                  <a:pt x="633" y="526"/>
                </a:lnTo>
                <a:lnTo>
                  <a:pt x="630" y="545"/>
                </a:lnTo>
                <a:lnTo>
                  <a:pt x="625" y="562"/>
                </a:lnTo>
                <a:lnTo>
                  <a:pt x="616" y="594"/>
                </a:lnTo>
                <a:lnTo>
                  <a:pt x="611" y="611"/>
                </a:lnTo>
                <a:lnTo>
                  <a:pt x="606" y="630"/>
                </a:lnTo>
                <a:lnTo>
                  <a:pt x="594" y="674"/>
                </a:lnTo>
                <a:lnTo>
                  <a:pt x="616" y="675"/>
                </a:lnTo>
                <a:lnTo>
                  <a:pt x="634" y="678"/>
                </a:lnTo>
                <a:lnTo>
                  <a:pt x="650" y="682"/>
                </a:lnTo>
                <a:lnTo>
                  <a:pt x="663" y="688"/>
                </a:lnTo>
                <a:lnTo>
                  <a:pt x="674" y="695"/>
                </a:lnTo>
                <a:lnTo>
                  <a:pt x="685" y="702"/>
                </a:lnTo>
                <a:lnTo>
                  <a:pt x="696" y="710"/>
                </a:lnTo>
                <a:lnTo>
                  <a:pt x="709" y="719"/>
                </a:lnTo>
                <a:lnTo>
                  <a:pt x="729" y="694"/>
                </a:lnTo>
                <a:lnTo>
                  <a:pt x="747" y="667"/>
                </a:lnTo>
                <a:lnTo>
                  <a:pt x="761" y="638"/>
                </a:lnTo>
                <a:lnTo>
                  <a:pt x="773" y="608"/>
                </a:lnTo>
                <a:lnTo>
                  <a:pt x="783" y="576"/>
                </a:lnTo>
                <a:lnTo>
                  <a:pt x="792" y="543"/>
                </a:lnTo>
                <a:lnTo>
                  <a:pt x="799" y="509"/>
                </a:lnTo>
                <a:lnTo>
                  <a:pt x="807" y="475"/>
                </a:lnTo>
                <a:lnTo>
                  <a:pt x="815" y="441"/>
                </a:lnTo>
                <a:lnTo>
                  <a:pt x="823" y="407"/>
                </a:lnTo>
                <a:lnTo>
                  <a:pt x="833" y="373"/>
                </a:lnTo>
                <a:lnTo>
                  <a:pt x="844" y="340"/>
                </a:lnTo>
                <a:lnTo>
                  <a:pt x="858" y="309"/>
                </a:lnTo>
                <a:lnTo>
                  <a:pt x="858" y="408"/>
                </a:lnTo>
                <a:lnTo>
                  <a:pt x="873" y="414"/>
                </a:lnTo>
                <a:lnTo>
                  <a:pt x="891" y="422"/>
                </a:lnTo>
                <a:lnTo>
                  <a:pt x="924" y="440"/>
                </a:lnTo>
                <a:lnTo>
                  <a:pt x="940" y="450"/>
                </a:lnTo>
                <a:lnTo>
                  <a:pt x="956" y="461"/>
                </a:lnTo>
                <a:lnTo>
                  <a:pt x="970" y="471"/>
                </a:lnTo>
                <a:lnTo>
                  <a:pt x="981" y="480"/>
                </a:lnTo>
                <a:lnTo>
                  <a:pt x="991" y="488"/>
                </a:lnTo>
                <a:lnTo>
                  <a:pt x="1000" y="494"/>
                </a:lnTo>
                <a:lnTo>
                  <a:pt x="1004" y="498"/>
                </a:lnTo>
                <a:lnTo>
                  <a:pt x="1006" y="499"/>
                </a:lnTo>
                <a:lnTo>
                  <a:pt x="1002" y="434"/>
                </a:lnTo>
                <a:lnTo>
                  <a:pt x="1003" y="369"/>
                </a:lnTo>
                <a:lnTo>
                  <a:pt x="1008" y="305"/>
                </a:lnTo>
                <a:lnTo>
                  <a:pt x="1016" y="241"/>
                </a:lnTo>
                <a:lnTo>
                  <a:pt x="1025" y="179"/>
                </a:lnTo>
                <a:lnTo>
                  <a:pt x="1035" y="118"/>
                </a:lnTo>
                <a:lnTo>
                  <a:pt x="1044" y="58"/>
                </a:lnTo>
                <a:lnTo>
                  <a:pt x="1050" y="0"/>
                </a:lnTo>
                <a:close/>
              </a:path>
            </a:pathLst>
          </a:custGeom>
          <a:solidFill>
            <a:srgbClr val="466571">
              <a:alpha val="7059"/>
            </a:srgbClr>
          </a:solidFill>
          <a:ln w="25400" cap="sq" cmpd="sng" algn="ctr">
            <a:noFill/>
            <a:prstDash val="solid"/>
            <a:headEnd type="none" w="med" len="med"/>
            <a:tailEnd type="none" w="med" len="med"/>
          </a:ln>
          <a:effectLst>
            <a:innerShdw blurRad="50800" dist="50800" dir="13500000">
              <a:srgbClr val="000000">
                <a:alpha val="43137"/>
              </a:srgbClr>
            </a:inn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anchor="t" compatLnSpc="1"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lang="ko-KR" altLang="en-US" sz="1000">
              <a:solidFill>
                <a:srgbClr val="FFFFFF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09472"/>
            <a:ext cx="7772400" cy="1470025"/>
          </a:xfrm>
          <a:prstGeom prst="rect">
            <a:avLst/>
          </a:prstGeom>
        </p:spPr>
        <p:txBody>
          <a:bodyPr anchor="b"/>
          <a:lstStyle>
            <a:lvl1pPr algn="r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023248" y="3886200"/>
            <a:ext cx="5414978" cy="104299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i="1">
                <a:solidFill>
                  <a:schemeClr val="tx1">
                    <a:tint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76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6870E2A8-813E-48DD-A79A-84CAA5BE3285}" type="datetimeFigureOut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2015-07-01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76"/>
            <a:ext cx="2895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76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EC314459-F1AD-4AF1-ACCF-5C4F00218361}" type="slidenum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‹#›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82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60"/>
          <p:cNvGraphicFramePr>
            <a:graphicFrameLocks noChangeAspect="1"/>
          </p:cNvGraphicFramePr>
          <p:nvPr/>
        </p:nvGraphicFramePr>
        <p:xfrm>
          <a:off x="171451" y="6411934"/>
          <a:ext cx="35169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name="패키지" r:id="rId3" imgW="380880" imgH="485640" progId="Package">
                  <p:embed/>
                </p:oleObj>
              </mc:Choice>
              <mc:Fallback>
                <p:oleObj name="패키지" r:id="rId3" imgW="380880" imgH="485640" progId="Pack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1" y="6411934"/>
                        <a:ext cx="35169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064"/>
          <p:cNvSpPr>
            <a:spLocks noChangeArrowheads="1"/>
          </p:cNvSpPr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gradFill rotWithShape="0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920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9145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435" y="440692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382055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3" y="1600206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2338" y="1600206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3361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28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28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8895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1942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2010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7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538" y="27307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7" y="1435103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925182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066676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9298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5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7" y="27465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6924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 noEditPoints="1"/>
          </p:cNvSpPr>
          <p:nvPr/>
        </p:nvSpPr>
        <p:spPr bwMode="blackGray">
          <a:xfrm>
            <a:off x="6820592" y="428628"/>
            <a:ext cx="2323440" cy="6000768"/>
          </a:xfrm>
          <a:custGeom>
            <a:avLst/>
            <a:gdLst/>
            <a:ahLst/>
            <a:cxnLst>
              <a:cxn ang="0">
                <a:pos x="487" y="2402"/>
              </a:cxn>
              <a:cxn ang="0">
                <a:pos x="608" y="2460"/>
              </a:cxn>
              <a:cxn ang="0">
                <a:pos x="610" y="2554"/>
              </a:cxn>
              <a:cxn ang="0">
                <a:pos x="893" y="2559"/>
              </a:cxn>
              <a:cxn ang="0">
                <a:pos x="772" y="2424"/>
              </a:cxn>
              <a:cxn ang="0">
                <a:pos x="334" y="2346"/>
              </a:cxn>
              <a:cxn ang="0">
                <a:pos x="447" y="2270"/>
              </a:cxn>
              <a:cxn ang="0">
                <a:pos x="696" y="2192"/>
              </a:cxn>
              <a:cxn ang="0">
                <a:pos x="801" y="2254"/>
              </a:cxn>
              <a:cxn ang="0">
                <a:pos x="914" y="2229"/>
              </a:cxn>
              <a:cxn ang="0">
                <a:pos x="996" y="2221"/>
              </a:cxn>
              <a:cxn ang="0">
                <a:pos x="833" y="2000"/>
              </a:cxn>
              <a:cxn ang="0">
                <a:pos x="891" y="2021"/>
              </a:cxn>
              <a:cxn ang="0">
                <a:pos x="603" y="1981"/>
              </a:cxn>
              <a:cxn ang="0">
                <a:pos x="334" y="2185"/>
              </a:cxn>
              <a:cxn ang="0">
                <a:pos x="415" y="2205"/>
              </a:cxn>
              <a:cxn ang="0">
                <a:pos x="568" y="2097"/>
              </a:cxn>
              <a:cxn ang="0">
                <a:pos x="923" y="1962"/>
              </a:cxn>
              <a:cxn ang="0">
                <a:pos x="707" y="1856"/>
              </a:cxn>
              <a:cxn ang="0">
                <a:pos x="783" y="1877"/>
              </a:cxn>
              <a:cxn ang="0">
                <a:pos x="1024" y="1938"/>
              </a:cxn>
              <a:cxn ang="0">
                <a:pos x="714" y="1767"/>
              </a:cxn>
              <a:cxn ang="0">
                <a:pos x="773" y="1779"/>
              </a:cxn>
              <a:cxn ang="0">
                <a:pos x="321" y="1789"/>
              </a:cxn>
              <a:cxn ang="0">
                <a:pos x="478" y="1916"/>
              </a:cxn>
              <a:cxn ang="0">
                <a:pos x="561" y="1954"/>
              </a:cxn>
              <a:cxn ang="0">
                <a:pos x="429" y="1744"/>
              </a:cxn>
              <a:cxn ang="0">
                <a:pos x="618" y="1731"/>
              </a:cxn>
              <a:cxn ang="0">
                <a:pos x="964" y="1657"/>
              </a:cxn>
              <a:cxn ang="0">
                <a:pos x="499" y="1689"/>
              </a:cxn>
              <a:cxn ang="0">
                <a:pos x="696" y="1680"/>
              </a:cxn>
              <a:cxn ang="0">
                <a:pos x="886" y="1764"/>
              </a:cxn>
              <a:cxn ang="0">
                <a:pos x="363" y="1496"/>
              </a:cxn>
              <a:cxn ang="0">
                <a:pos x="808" y="1481"/>
              </a:cxn>
              <a:cxn ang="0">
                <a:pos x="681" y="1492"/>
              </a:cxn>
              <a:cxn ang="0">
                <a:pos x="956" y="1592"/>
              </a:cxn>
              <a:cxn ang="0">
                <a:pos x="781" y="1312"/>
              </a:cxn>
              <a:cxn ang="0">
                <a:pos x="247" y="1405"/>
              </a:cxn>
              <a:cxn ang="0">
                <a:pos x="959" y="1228"/>
              </a:cxn>
              <a:cxn ang="0">
                <a:pos x="969" y="1142"/>
              </a:cxn>
              <a:cxn ang="0">
                <a:pos x="313" y="1025"/>
              </a:cxn>
              <a:cxn ang="0">
                <a:pos x="305" y="1085"/>
              </a:cxn>
              <a:cxn ang="0">
                <a:pos x="952" y="970"/>
              </a:cxn>
              <a:cxn ang="0">
                <a:pos x="915" y="820"/>
              </a:cxn>
              <a:cxn ang="0">
                <a:pos x="1029" y="881"/>
              </a:cxn>
              <a:cxn ang="0">
                <a:pos x="572" y="977"/>
              </a:cxn>
              <a:cxn ang="0">
                <a:pos x="643" y="757"/>
              </a:cxn>
              <a:cxn ang="0">
                <a:pos x="849" y="1016"/>
              </a:cxn>
              <a:cxn ang="0">
                <a:pos x="825" y="559"/>
              </a:cxn>
              <a:cxn ang="0">
                <a:pos x="1014" y="978"/>
              </a:cxn>
              <a:cxn ang="0">
                <a:pos x="985" y="1730"/>
              </a:cxn>
              <a:cxn ang="0">
                <a:pos x="1046" y="2030"/>
              </a:cxn>
              <a:cxn ang="0">
                <a:pos x="982" y="2783"/>
              </a:cxn>
              <a:cxn ang="0">
                <a:pos x="153" y="2108"/>
              </a:cxn>
              <a:cxn ang="0">
                <a:pos x="137" y="1741"/>
              </a:cxn>
              <a:cxn ang="0">
                <a:pos x="8" y="1398"/>
              </a:cxn>
              <a:cxn ang="0">
                <a:pos x="115" y="1367"/>
              </a:cxn>
              <a:cxn ang="0">
                <a:pos x="174" y="1117"/>
              </a:cxn>
              <a:cxn ang="0">
                <a:pos x="265" y="852"/>
              </a:cxn>
              <a:cxn ang="0">
                <a:pos x="648" y="458"/>
              </a:cxn>
              <a:cxn ang="0">
                <a:pos x="815" y="441"/>
              </a:cxn>
            </a:cxnLst>
            <a:rect l="0" t="0" r="0" b="0"/>
            <a:pathLst>
              <a:path w="1052" h="2787">
                <a:moveTo>
                  <a:pt x="957" y="2608"/>
                </a:moveTo>
                <a:lnTo>
                  <a:pt x="945" y="2627"/>
                </a:lnTo>
                <a:lnTo>
                  <a:pt x="934" y="2646"/>
                </a:lnTo>
                <a:lnTo>
                  <a:pt x="922" y="2665"/>
                </a:lnTo>
                <a:lnTo>
                  <a:pt x="907" y="2684"/>
                </a:lnTo>
                <a:lnTo>
                  <a:pt x="910" y="2684"/>
                </a:lnTo>
                <a:lnTo>
                  <a:pt x="916" y="2685"/>
                </a:lnTo>
                <a:lnTo>
                  <a:pt x="926" y="2686"/>
                </a:lnTo>
                <a:lnTo>
                  <a:pt x="938" y="2688"/>
                </a:lnTo>
                <a:lnTo>
                  <a:pt x="952" y="2690"/>
                </a:lnTo>
                <a:lnTo>
                  <a:pt x="966" y="2693"/>
                </a:lnTo>
                <a:lnTo>
                  <a:pt x="979" y="2696"/>
                </a:lnTo>
                <a:lnTo>
                  <a:pt x="990" y="2699"/>
                </a:lnTo>
                <a:lnTo>
                  <a:pt x="989" y="2696"/>
                </a:lnTo>
                <a:lnTo>
                  <a:pt x="987" y="2691"/>
                </a:lnTo>
                <a:lnTo>
                  <a:pt x="983" y="2681"/>
                </a:lnTo>
                <a:lnTo>
                  <a:pt x="980" y="2670"/>
                </a:lnTo>
                <a:lnTo>
                  <a:pt x="975" y="2658"/>
                </a:lnTo>
                <a:lnTo>
                  <a:pt x="970" y="2644"/>
                </a:lnTo>
                <a:lnTo>
                  <a:pt x="965" y="2630"/>
                </a:lnTo>
                <a:lnTo>
                  <a:pt x="957" y="2608"/>
                </a:lnTo>
                <a:close/>
                <a:moveTo>
                  <a:pt x="454" y="2402"/>
                </a:moveTo>
                <a:lnTo>
                  <a:pt x="421" y="2410"/>
                </a:lnTo>
                <a:lnTo>
                  <a:pt x="470" y="2463"/>
                </a:lnTo>
                <a:lnTo>
                  <a:pt x="478" y="2463"/>
                </a:lnTo>
                <a:lnTo>
                  <a:pt x="487" y="2402"/>
                </a:lnTo>
                <a:lnTo>
                  <a:pt x="454" y="2402"/>
                </a:lnTo>
                <a:close/>
                <a:moveTo>
                  <a:pt x="758" y="2306"/>
                </a:moveTo>
                <a:lnTo>
                  <a:pt x="731" y="2308"/>
                </a:lnTo>
                <a:lnTo>
                  <a:pt x="706" y="2312"/>
                </a:lnTo>
                <a:lnTo>
                  <a:pt x="680" y="2317"/>
                </a:lnTo>
                <a:lnTo>
                  <a:pt x="654" y="2324"/>
                </a:lnTo>
                <a:lnTo>
                  <a:pt x="630" y="2334"/>
                </a:lnTo>
                <a:lnTo>
                  <a:pt x="608" y="2344"/>
                </a:lnTo>
                <a:lnTo>
                  <a:pt x="588" y="2355"/>
                </a:lnTo>
                <a:lnTo>
                  <a:pt x="570" y="2367"/>
                </a:lnTo>
                <a:lnTo>
                  <a:pt x="555" y="2382"/>
                </a:lnTo>
                <a:lnTo>
                  <a:pt x="543" y="2396"/>
                </a:lnTo>
                <a:lnTo>
                  <a:pt x="535" y="2412"/>
                </a:lnTo>
                <a:lnTo>
                  <a:pt x="531" y="2428"/>
                </a:lnTo>
                <a:lnTo>
                  <a:pt x="531" y="2445"/>
                </a:lnTo>
                <a:lnTo>
                  <a:pt x="536" y="2463"/>
                </a:lnTo>
                <a:lnTo>
                  <a:pt x="545" y="2477"/>
                </a:lnTo>
                <a:lnTo>
                  <a:pt x="555" y="2487"/>
                </a:lnTo>
                <a:lnTo>
                  <a:pt x="567" y="2493"/>
                </a:lnTo>
                <a:lnTo>
                  <a:pt x="580" y="2497"/>
                </a:lnTo>
                <a:lnTo>
                  <a:pt x="592" y="2496"/>
                </a:lnTo>
                <a:lnTo>
                  <a:pt x="604" y="2493"/>
                </a:lnTo>
                <a:lnTo>
                  <a:pt x="614" y="2486"/>
                </a:lnTo>
                <a:lnTo>
                  <a:pt x="622" y="2476"/>
                </a:lnTo>
                <a:lnTo>
                  <a:pt x="627" y="2463"/>
                </a:lnTo>
                <a:lnTo>
                  <a:pt x="608" y="2460"/>
                </a:lnTo>
                <a:lnTo>
                  <a:pt x="596" y="2458"/>
                </a:lnTo>
                <a:lnTo>
                  <a:pt x="586" y="2454"/>
                </a:lnTo>
                <a:lnTo>
                  <a:pt x="580" y="2448"/>
                </a:lnTo>
                <a:lnTo>
                  <a:pt x="577" y="2439"/>
                </a:lnTo>
                <a:lnTo>
                  <a:pt x="578" y="2427"/>
                </a:lnTo>
                <a:lnTo>
                  <a:pt x="584" y="2416"/>
                </a:lnTo>
                <a:lnTo>
                  <a:pt x="592" y="2405"/>
                </a:lnTo>
                <a:lnTo>
                  <a:pt x="603" y="2397"/>
                </a:lnTo>
                <a:lnTo>
                  <a:pt x="615" y="2391"/>
                </a:lnTo>
                <a:lnTo>
                  <a:pt x="629" y="2387"/>
                </a:lnTo>
                <a:lnTo>
                  <a:pt x="642" y="2386"/>
                </a:lnTo>
                <a:lnTo>
                  <a:pt x="656" y="2388"/>
                </a:lnTo>
                <a:lnTo>
                  <a:pt x="670" y="2394"/>
                </a:lnTo>
                <a:lnTo>
                  <a:pt x="682" y="2404"/>
                </a:lnTo>
                <a:lnTo>
                  <a:pt x="693" y="2417"/>
                </a:lnTo>
                <a:lnTo>
                  <a:pt x="696" y="2425"/>
                </a:lnTo>
                <a:lnTo>
                  <a:pt x="698" y="2435"/>
                </a:lnTo>
                <a:lnTo>
                  <a:pt x="698" y="2447"/>
                </a:lnTo>
                <a:lnTo>
                  <a:pt x="696" y="2460"/>
                </a:lnTo>
                <a:lnTo>
                  <a:pt x="693" y="2474"/>
                </a:lnTo>
                <a:lnTo>
                  <a:pt x="686" y="2489"/>
                </a:lnTo>
                <a:lnTo>
                  <a:pt x="677" y="2504"/>
                </a:lnTo>
                <a:lnTo>
                  <a:pt x="666" y="2518"/>
                </a:lnTo>
                <a:lnTo>
                  <a:pt x="651" y="2531"/>
                </a:lnTo>
                <a:lnTo>
                  <a:pt x="632" y="2544"/>
                </a:lnTo>
                <a:lnTo>
                  <a:pt x="610" y="2554"/>
                </a:lnTo>
                <a:lnTo>
                  <a:pt x="631" y="2570"/>
                </a:lnTo>
                <a:lnTo>
                  <a:pt x="653" y="2584"/>
                </a:lnTo>
                <a:lnTo>
                  <a:pt x="677" y="2597"/>
                </a:lnTo>
                <a:lnTo>
                  <a:pt x="700" y="2610"/>
                </a:lnTo>
                <a:lnTo>
                  <a:pt x="724" y="2622"/>
                </a:lnTo>
                <a:lnTo>
                  <a:pt x="747" y="2632"/>
                </a:lnTo>
                <a:lnTo>
                  <a:pt x="769" y="2642"/>
                </a:lnTo>
                <a:lnTo>
                  <a:pt x="790" y="2650"/>
                </a:lnTo>
                <a:lnTo>
                  <a:pt x="808" y="2658"/>
                </a:lnTo>
                <a:lnTo>
                  <a:pt x="838" y="2667"/>
                </a:lnTo>
                <a:lnTo>
                  <a:pt x="849" y="2669"/>
                </a:lnTo>
                <a:lnTo>
                  <a:pt x="855" y="2669"/>
                </a:lnTo>
                <a:lnTo>
                  <a:pt x="858" y="2669"/>
                </a:lnTo>
                <a:lnTo>
                  <a:pt x="860" y="2660"/>
                </a:lnTo>
                <a:lnTo>
                  <a:pt x="862" y="2650"/>
                </a:lnTo>
                <a:lnTo>
                  <a:pt x="867" y="2637"/>
                </a:lnTo>
                <a:lnTo>
                  <a:pt x="872" y="2625"/>
                </a:lnTo>
                <a:lnTo>
                  <a:pt x="878" y="2610"/>
                </a:lnTo>
                <a:lnTo>
                  <a:pt x="884" y="2597"/>
                </a:lnTo>
                <a:lnTo>
                  <a:pt x="890" y="2584"/>
                </a:lnTo>
                <a:lnTo>
                  <a:pt x="895" y="2572"/>
                </a:lnTo>
                <a:lnTo>
                  <a:pt x="900" y="2561"/>
                </a:lnTo>
                <a:lnTo>
                  <a:pt x="904" y="2553"/>
                </a:lnTo>
                <a:lnTo>
                  <a:pt x="906" y="2548"/>
                </a:lnTo>
                <a:lnTo>
                  <a:pt x="907" y="2547"/>
                </a:lnTo>
                <a:lnTo>
                  <a:pt x="893" y="2559"/>
                </a:lnTo>
                <a:lnTo>
                  <a:pt x="880" y="2568"/>
                </a:lnTo>
                <a:lnTo>
                  <a:pt x="864" y="2572"/>
                </a:lnTo>
                <a:lnTo>
                  <a:pt x="848" y="2574"/>
                </a:lnTo>
                <a:lnTo>
                  <a:pt x="829" y="2573"/>
                </a:lnTo>
                <a:lnTo>
                  <a:pt x="810" y="2571"/>
                </a:lnTo>
                <a:lnTo>
                  <a:pt x="790" y="2570"/>
                </a:lnTo>
                <a:lnTo>
                  <a:pt x="767" y="2570"/>
                </a:lnTo>
                <a:lnTo>
                  <a:pt x="769" y="2567"/>
                </a:lnTo>
                <a:lnTo>
                  <a:pt x="774" y="2561"/>
                </a:lnTo>
                <a:lnTo>
                  <a:pt x="783" y="2554"/>
                </a:lnTo>
                <a:lnTo>
                  <a:pt x="792" y="2545"/>
                </a:lnTo>
                <a:lnTo>
                  <a:pt x="804" y="2535"/>
                </a:lnTo>
                <a:lnTo>
                  <a:pt x="816" y="2524"/>
                </a:lnTo>
                <a:lnTo>
                  <a:pt x="829" y="2513"/>
                </a:lnTo>
                <a:lnTo>
                  <a:pt x="842" y="2501"/>
                </a:lnTo>
                <a:lnTo>
                  <a:pt x="856" y="2490"/>
                </a:lnTo>
                <a:lnTo>
                  <a:pt x="880" y="2470"/>
                </a:lnTo>
                <a:lnTo>
                  <a:pt x="889" y="2462"/>
                </a:lnTo>
                <a:lnTo>
                  <a:pt x="896" y="2455"/>
                </a:lnTo>
                <a:lnTo>
                  <a:pt x="901" y="2452"/>
                </a:lnTo>
                <a:lnTo>
                  <a:pt x="903" y="2450"/>
                </a:lnTo>
                <a:lnTo>
                  <a:pt x="876" y="2452"/>
                </a:lnTo>
                <a:lnTo>
                  <a:pt x="853" y="2451"/>
                </a:lnTo>
                <a:lnTo>
                  <a:pt x="833" y="2450"/>
                </a:lnTo>
                <a:lnTo>
                  <a:pt x="767" y="2440"/>
                </a:lnTo>
                <a:lnTo>
                  <a:pt x="772" y="2424"/>
                </a:lnTo>
                <a:lnTo>
                  <a:pt x="781" y="2409"/>
                </a:lnTo>
                <a:lnTo>
                  <a:pt x="794" y="2397"/>
                </a:lnTo>
                <a:lnTo>
                  <a:pt x="809" y="2386"/>
                </a:lnTo>
                <a:lnTo>
                  <a:pt x="827" y="2377"/>
                </a:lnTo>
                <a:lnTo>
                  <a:pt x="846" y="2372"/>
                </a:lnTo>
                <a:lnTo>
                  <a:pt x="864" y="2367"/>
                </a:lnTo>
                <a:lnTo>
                  <a:pt x="882" y="2366"/>
                </a:lnTo>
                <a:lnTo>
                  <a:pt x="900" y="2367"/>
                </a:lnTo>
                <a:lnTo>
                  <a:pt x="915" y="2372"/>
                </a:lnTo>
                <a:lnTo>
                  <a:pt x="904" y="2355"/>
                </a:lnTo>
                <a:lnTo>
                  <a:pt x="891" y="2340"/>
                </a:lnTo>
                <a:lnTo>
                  <a:pt x="873" y="2328"/>
                </a:lnTo>
                <a:lnTo>
                  <a:pt x="853" y="2319"/>
                </a:lnTo>
                <a:lnTo>
                  <a:pt x="832" y="2313"/>
                </a:lnTo>
                <a:lnTo>
                  <a:pt x="808" y="2308"/>
                </a:lnTo>
                <a:lnTo>
                  <a:pt x="783" y="2306"/>
                </a:lnTo>
                <a:lnTo>
                  <a:pt x="758" y="2306"/>
                </a:lnTo>
                <a:close/>
                <a:moveTo>
                  <a:pt x="371" y="2235"/>
                </a:moveTo>
                <a:lnTo>
                  <a:pt x="339" y="2240"/>
                </a:lnTo>
                <a:lnTo>
                  <a:pt x="299" y="2249"/>
                </a:lnTo>
                <a:lnTo>
                  <a:pt x="280" y="2253"/>
                </a:lnTo>
                <a:lnTo>
                  <a:pt x="264" y="2257"/>
                </a:lnTo>
                <a:lnTo>
                  <a:pt x="279" y="2280"/>
                </a:lnTo>
                <a:lnTo>
                  <a:pt x="295" y="2303"/>
                </a:lnTo>
                <a:lnTo>
                  <a:pt x="313" y="2325"/>
                </a:lnTo>
                <a:lnTo>
                  <a:pt x="334" y="2346"/>
                </a:lnTo>
                <a:lnTo>
                  <a:pt x="356" y="2365"/>
                </a:lnTo>
                <a:lnTo>
                  <a:pt x="379" y="2382"/>
                </a:lnTo>
                <a:lnTo>
                  <a:pt x="404" y="2394"/>
                </a:lnTo>
                <a:lnTo>
                  <a:pt x="411" y="2387"/>
                </a:lnTo>
                <a:lnTo>
                  <a:pt x="428" y="2370"/>
                </a:lnTo>
                <a:lnTo>
                  <a:pt x="436" y="2361"/>
                </a:lnTo>
                <a:lnTo>
                  <a:pt x="444" y="2352"/>
                </a:lnTo>
                <a:lnTo>
                  <a:pt x="452" y="2345"/>
                </a:lnTo>
                <a:lnTo>
                  <a:pt x="457" y="2339"/>
                </a:lnTo>
                <a:lnTo>
                  <a:pt x="461" y="2335"/>
                </a:lnTo>
                <a:lnTo>
                  <a:pt x="462" y="2334"/>
                </a:lnTo>
                <a:lnTo>
                  <a:pt x="444" y="2336"/>
                </a:lnTo>
                <a:lnTo>
                  <a:pt x="430" y="2337"/>
                </a:lnTo>
                <a:lnTo>
                  <a:pt x="417" y="2335"/>
                </a:lnTo>
                <a:lnTo>
                  <a:pt x="405" y="2334"/>
                </a:lnTo>
                <a:lnTo>
                  <a:pt x="394" y="2330"/>
                </a:lnTo>
                <a:lnTo>
                  <a:pt x="383" y="2328"/>
                </a:lnTo>
                <a:lnTo>
                  <a:pt x="371" y="2326"/>
                </a:lnTo>
                <a:lnTo>
                  <a:pt x="373" y="2318"/>
                </a:lnTo>
                <a:lnTo>
                  <a:pt x="375" y="2309"/>
                </a:lnTo>
                <a:lnTo>
                  <a:pt x="379" y="2298"/>
                </a:lnTo>
                <a:lnTo>
                  <a:pt x="387" y="2288"/>
                </a:lnTo>
                <a:lnTo>
                  <a:pt x="395" y="2282"/>
                </a:lnTo>
                <a:lnTo>
                  <a:pt x="405" y="2279"/>
                </a:lnTo>
                <a:lnTo>
                  <a:pt x="433" y="2273"/>
                </a:lnTo>
                <a:lnTo>
                  <a:pt x="447" y="2270"/>
                </a:lnTo>
                <a:lnTo>
                  <a:pt x="462" y="2265"/>
                </a:lnTo>
                <a:lnTo>
                  <a:pt x="446" y="2259"/>
                </a:lnTo>
                <a:lnTo>
                  <a:pt x="432" y="2251"/>
                </a:lnTo>
                <a:lnTo>
                  <a:pt x="416" y="2244"/>
                </a:lnTo>
                <a:lnTo>
                  <a:pt x="401" y="2238"/>
                </a:lnTo>
                <a:lnTo>
                  <a:pt x="386" y="2235"/>
                </a:lnTo>
                <a:lnTo>
                  <a:pt x="371" y="2235"/>
                </a:lnTo>
                <a:close/>
                <a:moveTo>
                  <a:pt x="926" y="2137"/>
                </a:moveTo>
                <a:lnTo>
                  <a:pt x="915" y="2146"/>
                </a:lnTo>
                <a:lnTo>
                  <a:pt x="900" y="2155"/>
                </a:lnTo>
                <a:lnTo>
                  <a:pt x="883" y="2167"/>
                </a:lnTo>
                <a:lnTo>
                  <a:pt x="866" y="2179"/>
                </a:lnTo>
                <a:lnTo>
                  <a:pt x="829" y="2202"/>
                </a:lnTo>
                <a:lnTo>
                  <a:pt x="811" y="2213"/>
                </a:lnTo>
                <a:lnTo>
                  <a:pt x="794" y="2224"/>
                </a:lnTo>
                <a:lnTo>
                  <a:pt x="776" y="2231"/>
                </a:lnTo>
                <a:lnTo>
                  <a:pt x="762" y="2236"/>
                </a:lnTo>
                <a:lnTo>
                  <a:pt x="748" y="2238"/>
                </a:lnTo>
                <a:lnTo>
                  <a:pt x="731" y="2237"/>
                </a:lnTo>
                <a:lnTo>
                  <a:pt x="718" y="2235"/>
                </a:lnTo>
                <a:lnTo>
                  <a:pt x="709" y="2231"/>
                </a:lnTo>
                <a:lnTo>
                  <a:pt x="702" y="2225"/>
                </a:lnTo>
                <a:lnTo>
                  <a:pt x="697" y="2218"/>
                </a:lnTo>
                <a:lnTo>
                  <a:pt x="695" y="2211"/>
                </a:lnTo>
                <a:lnTo>
                  <a:pt x="695" y="2202"/>
                </a:lnTo>
                <a:lnTo>
                  <a:pt x="696" y="2192"/>
                </a:lnTo>
                <a:lnTo>
                  <a:pt x="700" y="2180"/>
                </a:lnTo>
                <a:lnTo>
                  <a:pt x="706" y="2173"/>
                </a:lnTo>
                <a:lnTo>
                  <a:pt x="712" y="2169"/>
                </a:lnTo>
                <a:lnTo>
                  <a:pt x="719" y="2167"/>
                </a:lnTo>
                <a:lnTo>
                  <a:pt x="728" y="2168"/>
                </a:lnTo>
                <a:lnTo>
                  <a:pt x="736" y="2170"/>
                </a:lnTo>
                <a:lnTo>
                  <a:pt x="732" y="2165"/>
                </a:lnTo>
                <a:lnTo>
                  <a:pt x="726" y="2160"/>
                </a:lnTo>
                <a:lnTo>
                  <a:pt x="718" y="2157"/>
                </a:lnTo>
                <a:lnTo>
                  <a:pt x="707" y="2156"/>
                </a:lnTo>
                <a:lnTo>
                  <a:pt x="696" y="2158"/>
                </a:lnTo>
                <a:lnTo>
                  <a:pt x="685" y="2166"/>
                </a:lnTo>
                <a:lnTo>
                  <a:pt x="676" y="2176"/>
                </a:lnTo>
                <a:lnTo>
                  <a:pt x="671" y="2188"/>
                </a:lnTo>
                <a:lnTo>
                  <a:pt x="668" y="2202"/>
                </a:lnTo>
                <a:lnTo>
                  <a:pt x="668" y="2216"/>
                </a:lnTo>
                <a:lnTo>
                  <a:pt x="671" y="2229"/>
                </a:lnTo>
                <a:lnTo>
                  <a:pt x="676" y="2240"/>
                </a:lnTo>
                <a:lnTo>
                  <a:pt x="685" y="2250"/>
                </a:lnTo>
                <a:lnTo>
                  <a:pt x="699" y="2259"/>
                </a:lnTo>
                <a:lnTo>
                  <a:pt x="718" y="2265"/>
                </a:lnTo>
                <a:lnTo>
                  <a:pt x="738" y="2268"/>
                </a:lnTo>
                <a:lnTo>
                  <a:pt x="760" y="2268"/>
                </a:lnTo>
                <a:lnTo>
                  <a:pt x="780" y="2264"/>
                </a:lnTo>
                <a:lnTo>
                  <a:pt x="791" y="2260"/>
                </a:lnTo>
                <a:lnTo>
                  <a:pt x="801" y="2254"/>
                </a:lnTo>
                <a:lnTo>
                  <a:pt x="809" y="2248"/>
                </a:lnTo>
                <a:lnTo>
                  <a:pt x="819" y="2241"/>
                </a:lnTo>
                <a:lnTo>
                  <a:pt x="829" y="2233"/>
                </a:lnTo>
                <a:lnTo>
                  <a:pt x="841" y="2223"/>
                </a:lnTo>
                <a:lnTo>
                  <a:pt x="856" y="2211"/>
                </a:lnTo>
                <a:lnTo>
                  <a:pt x="874" y="2196"/>
                </a:lnTo>
                <a:lnTo>
                  <a:pt x="893" y="2188"/>
                </a:lnTo>
                <a:lnTo>
                  <a:pt x="909" y="2184"/>
                </a:lnTo>
                <a:lnTo>
                  <a:pt x="925" y="2185"/>
                </a:lnTo>
                <a:lnTo>
                  <a:pt x="938" y="2188"/>
                </a:lnTo>
                <a:lnTo>
                  <a:pt x="950" y="2193"/>
                </a:lnTo>
                <a:lnTo>
                  <a:pt x="960" y="2202"/>
                </a:lnTo>
                <a:lnTo>
                  <a:pt x="968" y="2210"/>
                </a:lnTo>
                <a:lnTo>
                  <a:pt x="973" y="2219"/>
                </a:lnTo>
                <a:lnTo>
                  <a:pt x="974" y="2225"/>
                </a:lnTo>
                <a:lnTo>
                  <a:pt x="974" y="2240"/>
                </a:lnTo>
                <a:lnTo>
                  <a:pt x="973" y="2247"/>
                </a:lnTo>
                <a:lnTo>
                  <a:pt x="970" y="2254"/>
                </a:lnTo>
                <a:lnTo>
                  <a:pt x="966" y="2259"/>
                </a:lnTo>
                <a:lnTo>
                  <a:pt x="958" y="2262"/>
                </a:lnTo>
                <a:lnTo>
                  <a:pt x="948" y="2262"/>
                </a:lnTo>
                <a:lnTo>
                  <a:pt x="937" y="2259"/>
                </a:lnTo>
                <a:lnTo>
                  <a:pt x="928" y="2254"/>
                </a:lnTo>
                <a:lnTo>
                  <a:pt x="921" y="2248"/>
                </a:lnTo>
                <a:lnTo>
                  <a:pt x="915" y="2240"/>
                </a:lnTo>
                <a:lnTo>
                  <a:pt x="914" y="2229"/>
                </a:lnTo>
                <a:lnTo>
                  <a:pt x="915" y="2219"/>
                </a:lnTo>
                <a:lnTo>
                  <a:pt x="904" y="2228"/>
                </a:lnTo>
                <a:lnTo>
                  <a:pt x="895" y="2240"/>
                </a:lnTo>
                <a:lnTo>
                  <a:pt x="889" y="2252"/>
                </a:lnTo>
                <a:lnTo>
                  <a:pt x="885" y="2266"/>
                </a:lnTo>
                <a:lnTo>
                  <a:pt x="884" y="2279"/>
                </a:lnTo>
                <a:lnTo>
                  <a:pt x="886" y="2290"/>
                </a:lnTo>
                <a:lnTo>
                  <a:pt x="893" y="2297"/>
                </a:lnTo>
                <a:lnTo>
                  <a:pt x="901" y="2305"/>
                </a:lnTo>
                <a:lnTo>
                  <a:pt x="911" y="2311"/>
                </a:lnTo>
                <a:lnTo>
                  <a:pt x="923" y="2317"/>
                </a:lnTo>
                <a:lnTo>
                  <a:pt x="936" y="2323"/>
                </a:lnTo>
                <a:lnTo>
                  <a:pt x="943" y="2328"/>
                </a:lnTo>
                <a:lnTo>
                  <a:pt x="948" y="2333"/>
                </a:lnTo>
                <a:lnTo>
                  <a:pt x="953" y="2336"/>
                </a:lnTo>
                <a:lnTo>
                  <a:pt x="959" y="2338"/>
                </a:lnTo>
                <a:lnTo>
                  <a:pt x="968" y="2339"/>
                </a:lnTo>
                <a:lnTo>
                  <a:pt x="981" y="2341"/>
                </a:lnTo>
                <a:lnTo>
                  <a:pt x="984" y="2332"/>
                </a:lnTo>
                <a:lnTo>
                  <a:pt x="986" y="2323"/>
                </a:lnTo>
                <a:lnTo>
                  <a:pt x="989" y="2313"/>
                </a:lnTo>
                <a:lnTo>
                  <a:pt x="997" y="2297"/>
                </a:lnTo>
                <a:lnTo>
                  <a:pt x="1002" y="2279"/>
                </a:lnTo>
                <a:lnTo>
                  <a:pt x="1002" y="2260"/>
                </a:lnTo>
                <a:lnTo>
                  <a:pt x="1001" y="2240"/>
                </a:lnTo>
                <a:lnTo>
                  <a:pt x="996" y="2221"/>
                </a:lnTo>
                <a:lnTo>
                  <a:pt x="989" y="2202"/>
                </a:lnTo>
                <a:lnTo>
                  <a:pt x="980" y="2185"/>
                </a:lnTo>
                <a:lnTo>
                  <a:pt x="968" y="2169"/>
                </a:lnTo>
                <a:lnTo>
                  <a:pt x="956" y="2155"/>
                </a:lnTo>
                <a:lnTo>
                  <a:pt x="941" y="2144"/>
                </a:lnTo>
                <a:lnTo>
                  <a:pt x="926" y="2137"/>
                </a:lnTo>
                <a:close/>
                <a:moveTo>
                  <a:pt x="709" y="2075"/>
                </a:moveTo>
                <a:lnTo>
                  <a:pt x="602" y="2082"/>
                </a:lnTo>
                <a:lnTo>
                  <a:pt x="602" y="2090"/>
                </a:lnTo>
                <a:lnTo>
                  <a:pt x="627" y="2181"/>
                </a:lnTo>
                <a:lnTo>
                  <a:pt x="631" y="2179"/>
                </a:lnTo>
                <a:lnTo>
                  <a:pt x="637" y="2176"/>
                </a:lnTo>
                <a:lnTo>
                  <a:pt x="641" y="2174"/>
                </a:lnTo>
                <a:lnTo>
                  <a:pt x="645" y="2173"/>
                </a:lnTo>
                <a:lnTo>
                  <a:pt x="651" y="2169"/>
                </a:lnTo>
                <a:lnTo>
                  <a:pt x="659" y="2165"/>
                </a:lnTo>
                <a:lnTo>
                  <a:pt x="669" y="2158"/>
                </a:lnTo>
                <a:lnTo>
                  <a:pt x="681" y="2151"/>
                </a:lnTo>
                <a:lnTo>
                  <a:pt x="693" y="2141"/>
                </a:lnTo>
                <a:lnTo>
                  <a:pt x="706" y="2130"/>
                </a:lnTo>
                <a:lnTo>
                  <a:pt x="717" y="2118"/>
                </a:lnTo>
                <a:lnTo>
                  <a:pt x="728" y="2104"/>
                </a:lnTo>
                <a:lnTo>
                  <a:pt x="736" y="2090"/>
                </a:lnTo>
                <a:lnTo>
                  <a:pt x="742" y="2075"/>
                </a:lnTo>
                <a:lnTo>
                  <a:pt x="709" y="2075"/>
                </a:lnTo>
                <a:close/>
                <a:moveTo>
                  <a:pt x="833" y="2000"/>
                </a:moveTo>
                <a:lnTo>
                  <a:pt x="818" y="2001"/>
                </a:lnTo>
                <a:lnTo>
                  <a:pt x="805" y="2005"/>
                </a:lnTo>
                <a:lnTo>
                  <a:pt x="794" y="2015"/>
                </a:lnTo>
                <a:lnTo>
                  <a:pt x="783" y="2029"/>
                </a:lnTo>
                <a:lnTo>
                  <a:pt x="778" y="2042"/>
                </a:lnTo>
                <a:lnTo>
                  <a:pt x="776" y="2057"/>
                </a:lnTo>
                <a:lnTo>
                  <a:pt x="777" y="2072"/>
                </a:lnTo>
                <a:lnTo>
                  <a:pt x="781" y="2088"/>
                </a:lnTo>
                <a:lnTo>
                  <a:pt x="786" y="2103"/>
                </a:lnTo>
                <a:lnTo>
                  <a:pt x="793" y="2118"/>
                </a:lnTo>
                <a:lnTo>
                  <a:pt x="800" y="2130"/>
                </a:lnTo>
                <a:lnTo>
                  <a:pt x="808" y="2138"/>
                </a:lnTo>
                <a:lnTo>
                  <a:pt x="816" y="2143"/>
                </a:lnTo>
                <a:lnTo>
                  <a:pt x="828" y="2145"/>
                </a:lnTo>
                <a:lnTo>
                  <a:pt x="842" y="2144"/>
                </a:lnTo>
                <a:lnTo>
                  <a:pt x="857" y="2141"/>
                </a:lnTo>
                <a:lnTo>
                  <a:pt x="872" y="2136"/>
                </a:lnTo>
                <a:lnTo>
                  <a:pt x="886" y="2128"/>
                </a:lnTo>
                <a:lnTo>
                  <a:pt x="898" y="2118"/>
                </a:lnTo>
                <a:lnTo>
                  <a:pt x="907" y="2105"/>
                </a:lnTo>
                <a:lnTo>
                  <a:pt x="912" y="2092"/>
                </a:lnTo>
                <a:lnTo>
                  <a:pt x="913" y="2077"/>
                </a:lnTo>
                <a:lnTo>
                  <a:pt x="911" y="2062"/>
                </a:lnTo>
                <a:lnTo>
                  <a:pt x="907" y="2048"/>
                </a:lnTo>
                <a:lnTo>
                  <a:pt x="900" y="2033"/>
                </a:lnTo>
                <a:lnTo>
                  <a:pt x="891" y="2021"/>
                </a:lnTo>
                <a:lnTo>
                  <a:pt x="879" y="2012"/>
                </a:lnTo>
                <a:lnTo>
                  <a:pt x="866" y="2006"/>
                </a:lnTo>
                <a:lnTo>
                  <a:pt x="849" y="2002"/>
                </a:lnTo>
                <a:lnTo>
                  <a:pt x="833" y="2000"/>
                </a:lnTo>
                <a:close/>
                <a:moveTo>
                  <a:pt x="977" y="1980"/>
                </a:moveTo>
                <a:lnTo>
                  <a:pt x="970" y="1982"/>
                </a:lnTo>
                <a:lnTo>
                  <a:pt x="965" y="1986"/>
                </a:lnTo>
                <a:lnTo>
                  <a:pt x="963" y="1990"/>
                </a:lnTo>
                <a:lnTo>
                  <a:pt x="961" y="1996"/>
                </a:lnTo>
                <a:lnTo>
                  <a:pt x="961" y="2004"/>
                </a:lnTo>
                <a:lnTo>
                  <a:pt x="962" y="2010"/>
                </a:lnTo>
                <a:lnTo>
                  <a:pt x="966" y="2017"/>
                </a:lnTo>
                <a:lnTo>
                  <a:pt x="973" y="2021"/>
                </a:lnTo>
                <a:lnTo>
                  <a:pt x="983" y="2023"/>
                </a:lnTo>
                <a:lnTo>
                  <a:pt x="991" y="2022"/>
                </a:lnTo>
                <a:lnTo>
                  <a:pt x="999" y="2018"/>
                </a:lnTo>
                <a:lnTo>
                  <a:pt x="1003" y="2013"/>
                </a:lnTo>
                <a:lnTo>
                  <a:pt x="1006" y="2006"/>
                </a:lnTo>
                <a:lnTo>
                  <a:pt x="1006" y="1998"/>
                </a:lnTo>
                <a:lnTo>
                  <a:pt x="1003" y="1992"/>
                </a:lnTo>
                <a:lnTo>
                  <a:pt x="998" y="1987"/>
                </a:lnTo>
                <a:lnTo>
                  <a:pt x="991" y="1982"/>
                </a:lnTo>
                <a:lnTo>
                  <a:pt x="984" y="1980"/>
                </a:lnTo>
                <a:lnTo>
                  <a:pt x="977" y="1980"/>
                </a:lnTo>
                <a:close/>
                <a:moveTo>
                  <a:pt x="628" y="1971"/>
                </a:moveTo>
                <a:lnTo>
                  <a:pt x="603" y="1981"/>
                </a:lnTo>
                <a:lnTo>
                  <a:pt x="576" y="1988"/>
                </a:lnTo>
                <a:lnTo>
                  <a:pt x="546" y="1996"/>
                </a:lnTo>
                <a:lnTo>
                  <a:pt x="516" y="2004"/>
                </a:lnTo>
                <a:lnTo>
                  <a:pt x="486" y="2010"/>
                </a:lnTo>
                <a:lnTo>
                  <a:pt x="455" y="2017"/>
                </a:lnTo>
                <a:lnTo>
                  <a:pt x="424" y="2024"/>
                </a:lnTo>
                <a:lnTo>
                  <a:pt x="395" y="2031"/>
                </a:lnTo>
                <a:lnTo>
                  <a:pt x="367" y="2037"/>
                </a:lnTo>
                <a:lnTo>
                  <a:pt x="341" y="2045"/>
                </a:lnTo>
                <a:lnTo>
                  <a:pt x="318" y="2053"/>
                </a:lnTo>
                <a:lnTo>
                  <a:pt x="299" y="2062"/>
                </a:lnTo>
                <a:lnTo>
                  <a:pt x="283" y="2072"/>
                </a:lnTo>
                <a:lnTo>
                  <a:pt x="271" y="2082"/>
                </a:lnTo>
                <a:lnTo>
                  <a:pt x="265" y="2094"/>
                </a:lnTo>
                <a:lnTo>
                  <a:pt x="262" y="2107"/>
                </a:lnTo>
                <a:lnTo>
                  <a:pt x="261" y="2121"/>
                </a:lnTo>
                <a:lnTo>
                  <a:pt x="262" y="2136"/>
                </a:lnTo>
                <a:lnTo>
                  <a:pt x="264" y="2150"/>
                </a:lnTo>
                <a:lnTo>
                  <a:pt x="269" y="2163"/>
                </a:lnTo>
                <a:lnTo>
                  <a:pt x="274" y="2174"/>
                </a:lnTo>
                <a:lnTo>
                  <a:pt x="280" y="2181"/>
                </a:lnTo>
                <a:lnTo>
                  <a:pt x="289" y="2185"/>
                </a:lnTo>
                <a:lnTo>
                  <a:pt x="298" y="2188"/>
                </a:lnTo>
                <a:lnTo>
                  <a:pt x="310" y="2189"/>
                </a:lnTo>
                <a:lnTo>
                  <a:pt x="322" y="2188"/>
                </a:lnTo>
                <a:lnTo>
                  <a:pt x="334" y="2185"/>
                </a:lnTo>
                <a:lnTo>
                  <a:pt x="346" y="2179"/>
                </a:lnTo>
                <a:lnTo>
                  <a:pt x="355" y="2170"/>
                </a:lnTo>
                <a:lnTo>
                  <a:pt x="363" y="2158"/>
                </a:lnTo>
                <a:lnTo>
                  <a:pt x="346" y="2160"/>
                </a:lnTo>
                <a:lnTo>
                  <a:pt x="332" y="2160"/>
                </a:lnTo>
                <a:lnTo>
                  <a:pt x="320" y="2157"/>
                </a:lnTo>
                <a:lnTo>
                  <a:pt x="312" y="2151"/>
                </a:lnTo>
                <a:lnTo>
                  <a:pt x="305" y="2144"/>
                </a:lnTo>
                <a:lnTo>
                  <a:pt x="302" y="2136"/>
                </a:lnTo>
                <a:lnTo>
                  <a:pt x="300" y="2126"/>
                </a:lnTo>
                <a:lnTo>
                  <a:pt x="302" y="2113"/>
                </a:lnTo>
                <a:lnTo>
                  <a:pt x="309" y="2101"/>
                </a:lnTo>
                <a:lnTo>
                  <a:pt x="320" y="2092"/>
                </a:lnTo>
                <a:lnTo>
                  <a:pt x="335" y="2086"/>
                </a:lnTo>
                <a:lnTo>
                  <a:pt x="355" y="2082"/>
                </a:lnTo>
                <a:lnTo>
                  <a:pt x="366" y="2084"/>
                </a:lnTo>
                <a:lnTo>
                  <a:pt x="377" y="2089"/>
                </a:lnTo>
                <a:lnTo>
                  <a:pt x="386" y="2099"/>
                </a:lnTo>
                <a:lnTo>
                  <a:pt x="393" y="2112"/>
                </a:lnTo>
                <a:lnTo>
                  <a:pt x="400" y="2127"/>
                </a:lnTo>
                <a:lnTo>
                  <a:pt x="405" y="2145"/>
                </a:lnTo>
                <a:lnTo>
                  <a:pt x="410" y="2163"/>
                </a:lnTo>
                <a:lnTo>
                  <a:pt x="411" y="2184"/>
                </a:lnTo>
                <a:lnTo>
                  <a:pt x="412" y="2204"/>
                </a:lnTo>
                <a:lnTo>
                  <a:pt x="413" y="2205"/>
                </a:lnTo>
                <a:lnTo>
                  <a:pt x="415" y="2205"/>
                </a:lnTo>
                <a:lnTo>
                  <a:pt x="419" y="2203"/>
                </a:lnTo>
                <a:lnTo>
                  <a:pt x="424" y="2202"/>
                </a:lnTo>
                <a:lnTo>
                  <a:pt x="431" y="2201"/>
                </a:lnTo>
                <a:lnTo>
                  <a:pt x="440" y="2201"/>
                </a:lnTo>
                <a:lnTo>
                  <a:pt x="450" y="2202"/>
                </a:lnTo>
                <a:lnTo>
                  <a:pt x="463" y="2205"/>
                </a:lnTo>
                <a:lnTo>
                  <a:pt x="477" y="2211"/>
                </a:lnTo>
                <a:lnTo>
                  <a:pt x="495" y="2219"/>
                </a:lnTo>
                <a:lnTo>
                  <a:pt x="487" y="2203"/>
                </a:lnTo>
                <a:lnTo>
                  <a:pt x="472" y="2173"/>
                </a:lnTo>
                <a:lnTo>
                  <a:pt x="467" y="2158"/>
                </a:lnTo>
                <a:lnTo>
                  <a:pt x="466" y="2144"/>
                </a:lnTo>
                <a:lnTo>
                  <a:pt x="466" y="2130"/>
                </a:lnTo>
                <a:lnTo>
                  <a:pt x="472" y="2117"/>
                </a:lnTo>
                <a:lnTo>
                  <a:pt x="474" y="2117"/>
                </a:lnTo>
                <a:lnTo>
                  <a:pt x="480" y="2119"/>
                </a:lnTo>
                <a:lnTo>
                  <a:pt x="490" y="2121"/>
                </a:lnTo>
                <a:lnTo>
                  <a:pt x="502" y="2126"/>
                </a:lnTo>
                <a:lnTo>
                  <a:pt x="516" y="2135"/>
                </a:lnTo>
                <a:lnTo>
                  <a:pt x="532" y="2146"/>
                </a:lnTo>
                <a:lnTo>
                  <a:pt x="546" y="2161"/>
                </a:lnTo>
                <a:lnTo>
                  <a:pt x="561" y="2181"/>
                </a:lnTo>
                <a:lnTo>
                  <a:pt x="559" y="2156"/>
                </a:lnTo>
                <a:lnTo>
                  <a:pt x="560" y="2133"/>
                </a:lnTo>
                <a:lnTo>
                  <a:pt x="564" y="2114"/>
                </a:lnTo>
                <a:lnTo>
                  <a:pt x="568" y="2097"/>
                </a:lnTo>
                <a:lnTo>
                  <a:pt x="575" y="2082"/>
                </a:lnTo>
                <a:lnTo>
                  <a:pt x="582" y="2069"/>
                </a:lnTo>
                <a:lnTo>
                  <a:pt x="589" y="2056"/>
                </a:lnTo>
                <a:lnTo>
                  <a:pt x="597" y="2044"/>
                </a:lnTo>
                <a:lnTo>
                  <a:pt x="606" y="2031"/>
                </a:lnTo>
                <a:lnTo>
                  <a:pt x="613" y="2019"/>
                </a:lnTo>
                <a:lnTo>
                  <a:pt x="619" y="2005"/>
                </a:lnTo>
                <a:lnTo>
                  <a:pt x="624" y="1989"/>
                </a:lnTo>
                <a:lnTo>
                  <a:pt x="628" y="1971"/>
                </a:lnTo>
                <a:close/>
                <a:moveTo>
                  <a:pt x="909" y="1961"/>
                </a:moveTo>
                <a:lnTo>
                  <a:pt x="904" y="1963"/>
                </a:lnTo>
                <a:lnTo>
                  <a:pt x="899" y="1968"/>
                </a:lnTo>
                <a:lnTo>
                  <a:pt x="896" y="1976"/>
                </a:lnTo>
                <a:lnTo>
                  <a:pt x="897" y="1985"/>
                </a:lnTo>
                <a:lnTo>
                  <a:pt x="901" y="1993"/>
                </a:lnTo>
                <a:lnTo>
                  <a:pt x="906" y="1998"/>
                </a:lnTo>
                <a:lnTo>
                  <a:pt x="913" y="2002"/>
                </a:lnTo>
                <a:lnTo>
                  <a:pt x="922" y="2003"/>
                </a:lnTo>
                <a:lnTo>
                  <a:pt x="929" y="2001"/>
                </a:lnTo>
                <a:lnTo>
                  <a:pt x="936" y="1996"/>
                </a:lnTo>
                <a:lnTo>
                  <a:pt x="939" y="1990"/>
                </a:lnTo>
                <a:lnTo>
                  <a:pt x="940" y="1983"/>
                </a:lnTo>
                <a:lnTo>
                  <a:pt x="938" y="1976"/>
                </a:lnTo>
                <a:lnTo>
                  <a:pt x="935" y="1969"/>
                </a:lnTo>
                <a:lnTo>
                  <a:pt x="928" y="1965"/>
                </a:lnTo>
                <a:lnTo>
                  <a:pt x="923" y="1962"/>
                </a:lnTo>
                <a:lnTo>
                  <a:pt x="915" y="1961"/>
                </a:lnTo>
                <a:lnTo>
                  <a:pt x="909" y="1961"/>
                </a:lnTo>
                <a:close/>
                <a:moveTo>
                  <a:pt x="840" y="1936"/>
                </a:moveTo>
                <a:lnTo>
                  <a:pt x="833" y="1938"/>
                </a:lnTo>
                <a:lnTo>
                  <a:pt x="828" y="1942"/>
                </a:lnTo>
                <a:lnTo>
                  <a:pt x="827" y="1949"/>
                </a:lnTo>
                <a:lnTo>
                  <a:pt x="827" y="1956"/>
                </a:lnTo>
                <a:lnTo>
                  <a:pt x="828" y="1963"/>
                </a:lnTo>
                <a:lnTo>
                  <a:pt x="832" y="1967"/>
                </a:lnTo>
                <a:lnTo>
                  <a:pt x="839" y="1970"/>
                </a:lnTo>
                <a:lnTo>
                  <a:pt x="848" y="1971"/>
                </a:lnTo>
                <a:lnTo>
                  <a:pt x="855" y="1970"/>
                </a:lnTo>
                <a:lnTo>
                  <a:pt x="860" y="1969"/>
                </a:lnTo>
                <a:lnTo>
                  <a:pt x="863" y="1967"/>
                </a:lnTo>
                <a:lnTo>
                  <a:pt x="867" y="1965"/>
                </a:lnTo>
                <a:lnTo>
                  <a:pt x="870" y="1960"/>
                </a:lnTo>
                <a:lnTo>
                  <a:pt x="871" y="1953"/>
                </a:lnTo>
                <a:lnTo>
                  <a:pt x="869" y="1945"/>
                </a:lnTo>
                <a:lnTo>
                  <a:pt x="865" y="1941"/>
                </a:lnTo>
                <a:lnTo>
                  <a:pt x="861" y="1938"/>
                </a:lnTo>
                <a:lnTo>
                  <a:pt x="854" y="1937"/>
                </a:lnTo>
                <a:lnTo>
                  <a:pt x="848" y="1936"/>
                </a:lnTo>
                <a:lnTo>
                  <a:pt x="840" y="1936"/>
                </a:lnTo>
                <a:close/>
                <a:moveTo>
                  <a:pt x="727" y="1851"/>
                </a:moveTo>
                <a:lnTo>
                  <a:pt x="716" y="1853"/>
                </a:lnTo>
                <a:lnTo>
                  <a:pt x="707" y="1856"/>
                </a:lnTo>
                <a:lnTo>
                  <a:pt x="701" y="1861"/>
                </a:lnTo>
                <a:lnTo>
                  <a:pt x="694" y="1873"/>
                </a:lnTo>
                <a:lnTo>
                  <a:pt x="687" y="1888"/>
                </a:lnTo>
                <a:lnTo>
                  <a:pt x="681" y="1904"/>
                </a:lnTo>
                <a:lnTo>
                  <a:pt x="670" y="1941"/>
                </a:lnTo>
                <a:lnTo>
                  <a:pt x="665" y="1960"/>
                </a:lnTo>
                <a:lnTo>
                  <a:pt x="662" y="1979"/>
                </a:lnTo>
                <a:lnTo>
                  <a:pt x="659" y="1997"/>
                </a:lnTo>
                <a:lnTo>
                  <a:pt x="657" y="2012"/>
                </a:lnTo>
                <a:lnTo>
                  <a:pt x="655" y="2026"/>
                </a:lnTo>
                <a:lnTo>
                  <a:pt x="656" y="2036"/>
                </a:lnTo>
                <a:lnTo>
                  <a:pt x="657" y="2042"/>
                </a:lnTo>
                <a:lnTo>
                  <a:pt x="660" y="2044"/>
                </a:lnTo>
                <a:lnTo>
                  <a:pt x="674" y="2041"/>
                </a:lnTo>
                <a:lnTo>
                  <a:pt x="690" y="2034"/>
                </a:lnTo>
                <a:lnTo>
                  <a:pt x="706" y="2025"/>
                </a:lnTo>
                <a:lnTo>
                  <a:pt x="721" y="2013"/>
                </a:lnTo>
                <a:lnTo>
                  <a:pt x="736" y="1998"/>
                </a:lnTo>
                <a:lnTo>
                  <a:pt x="750" y="1983"/>
                </a:lnTo>
                <a:lnTo>
                  <a:pt x="762" y="1966"/>
                </a:lnTo>
                <a:lnTo>
                  <a:pt x="773" y="1950"/>
                </a:lnTo>
                <a:lnTo>
                  <a:pt x="781" y="1933"/>
                </a:lnTo>
                <a:lnTo>
                  <a:pt x="787" y="1917"/>
                </a:lnTo>
                <a:lnTo>
                  <a:pt x="789" y="1902"/>
                </a:lnTo>
                <a:lnTo>
                  <a:pt x="788" y="1889"/>
                </a:lnTo>
                <a:lnTo>
                  <a:pt x="783" y="1877"/>
                </a:lnTo>
                <a:lnTo>
                  <a:pt x="775" y="1867"/>
                </a:lnTo>
                <a:lnTo>
                  <a:pt x="764" y="1860"/>
                </a:lnTo>
                <a:lnTo>
                  <a:pt x="751" y="1855"/>
                </a:lnTo>
                <a:lnTo>
                  <a:pt x="740" y="1852"/>
                </a:lnTo>
                <a:lnTo>
                  <a:pt x="727" y="1851"/>
                </a:lnTo>
                <a:close/>
                <a:moveTo>
                  <a:pt x="893" y="1824"/>
                </a:moveTo>
                <a:lnTo>
                  <a:pt x="886" y="1825"/>
                </a:lnTo>
                <a:lnTo>
                  <a:pt x="880" y="1828"/>
                </a:lnTo>
                <a:lnTo>
                  <a:pt x="874" y="1831"/>
                </a:lnTo>
                <a:lnTo>
                  <a:pt x="870" y="1838"/>
                </a:lnTo>
                <a:lnTo>
                  <a:pt x="865" y="1847"/>
                </a:lnTo>
                <a:lnTo>
                  <a:pt x="861" y="1858"/>
                </a:lnTo>
                <a:lnTo>
                  <a:pt x="860" y="1868"/>
                </a:lnTo>
                <a:lnTo>
                  <a:pt x="862" y="1877"/>
                </a:lnTo>
                <a:lnTo>
                  <a:pt x="870" y="1887"/>
                </a:lnTo>
                <a:lnTo>
                  <a:pt x="881" y="1898"/>
                </a:lnTo>
                <a:lnTo>
                  <a:pt x="895" y="1909"/>
                </a:lnTo>
                <a:lnTo>
                  <a:pt x="914" y="1919"/>
                </a:lnTo>
                <a:lnTo>
                  <a:pt x="934" y="1929"/>
                </a:lnTo>
                <a:lnTo>
                  <a:pt x="956" y="1938"/>
                </a:lnTo>
                <a:lnTo>
                  <a:pt x="980" y="1944"/>
                </a:lnTo>
                <a:lnTo>
                  <a:pt x="994" y="1947"/>
                </a:lnTo>
                <a:lnTo>
                  <a:pt x="1006" y="1948"/>
                </a:lnTo>
                <a:lnTo>
                  <a:pt x="1014" y="1946"/>
                </a:lnTo>
                <a:lnTo>
                  <a:pt x="1020" y="1943"/>
                </a:lnTo>
                <a:lnTo>
                  <a:pt x="1024" y="1938"/>
                </a:lnTo>
                <a:lnTo>
                  <a:pt x="1025" y="1934"/>
                </a:lnTo>
                <a:lnTo>
                  <a:pt x="1025" y="1929"/>
                </a:lnTo>
                <a:lnTo>
                  <a:pt x="1024" y="1925"/>
                </a:lnTo>
                <a:lnTo>
                  <a:pt x="1024" y="1922"/>
                </a:lnTo>
                <a:lnTo>
                  <a:pt x="1023" y="1920"/>
                </a:lnTo>
                <a:lnTo>
                  <a:pt x="1015" y="1913"/>
                </a:lnTo>
                <a:lnTo>
                  <a:pt x="1003" y="1908"/>
                </a:lnTo>
                <a:lnTo>
                  <a:pt x="989" y="1904"/>
                </a:lnTo>
                <a:lnTo>
                  <a:pt x="972" y="1900"/>
                </a:lnTo>
                <a:lnTo>
                  <a:pt x="955" y="1896"/>
                </a:lnTo>
                <a:lnTo>
                  <a:pt x="939" y="1892"/>
                </a:lnTo>
                <a:lnTo>
                  <a:pt x="926" y="1889"/>
                </a:lnTo>
                <a:lnTo>
                  <a:pt x="915" y="1884"/>
                </a:lnTo>
                <a:lnTo>
                  <a:pt x="909" y="1878"/>
                </a:lnTo>
                <a:lnTo>
                  <a:pt x="905" y="1871"/>
                </a:lnTo>
                <a:lnTo>
                  <a:pt x="904" y="1861"/>
                </a:lnTo>
                <a:lnTo>
                  <a:pt x="905" y="1853"/>
                </a:lnTo>
                <a:lnTo>
                  <a:pt x="907" y="1845"/>
                </a:lnTo>
                <a:lnTo>
                  <a:pt x="908" y="1837"/>
                </a:lnTo>
                <a:lnTo>
                  <a:pt x="907" y="1831"/>
                </a:lnTo>
                <a:lnTo>
                  <a:pt x="904" y="1827"/>
                </a:lnTo>
                <a:lnTo>
                  <a:pt x="899" y="1824"/>
                </a:lnTo>
                <a:lnTo>
                  <a:pt x="893" y="1824"/>
                </a:lnTo>
                <a:close/>
                <a:moveTo>
                  <a:pt x="740" y="1762"/>
                </a:moveTo>
                <a:lnTo>
                  <a:pt x="727" y="1764"/>
                </a:lnTo>
                <a:lnTo>
                  <a:pt x="714" y="1767"/>
                </a:lnTo>
                <a:lnTo>
                  <a:pt x="701" y="1770"/>
                </a:lnTo>
                <a:lnTo>
                  <a:pt x="677" y="1781"/>
                </a:lnTo>
                <a:lnTo>
                  <a:pt x="664" y="1790"/>
                </a:lnTo>
                <a:lnTo>
                  <a:pt x="652" y="1797"/>
                </a:lnTo>
                <a:lnTo>
                  <a:pt x="639" y="1806"/>
                </a:lnTo>
                <a:lnTo>
                  <a:pt x="629" y="1814"/>
                </a:lnTo>
                <a:lnTo>
                  <a:pt x="620" y="1821"/>
                </a:lnTo>
                <a:lnTo>
                  <a:pt x="615" y="1827"/>
                </a:lnTo>
                <a:lnTo>
                  <a:pt x="609" y="1835"/>
                </a:lnTo>
                <a:lnTo>
                  <a:pt x="606" y="1844"/>
                </a:lnTo>
                <a:lnTo>
                  <a:pt x="604" y="1852"/>
                </a:lnTo>
                <a:lnTo>
                  <a:pt x="602" y="1861"/>
                </a:lnTo>
                <a:lnTo>
                  <a:pt x="619" y="1854"/>
                </a:lnTo>
                <a:lnTo>
                  <a:pt x="630" y="1849"/>
                </a:lnTo>
                <a:lnTo>
                  <a:pt x="644" y="1844"/>
                </a:lnTo>
                <a:lnTo>
                  <a:pt x="661" y="1838"/>
                </a:lnTo>
                <a:lnTo>
                  <a:pt x="679" y="1833"/>
                </a:lnTo>
                <a:lnTo>
                  <a:pt x="698" y="1828"/>
                </a:lnTo>
                <a:lnTo>
                  <a:pt x="719" y="1824"/>
                </a:lnTo>
                <a:lnTo>
                  <a:pt x="740" y="1822"/>
                </a:lnTo>
                <a:lnTo>
                  <a:pt x="762" y="1822"/>
                </a:lnTo>
                <a:lnTo>
                  <a:pt x="783" y="1823"/>
                </a:lnTo>
                <a:lnTo>
                  <a:pt x="781" y="1812"/>
                </a:lnTo>
                <a:lnTo>
                  <a:pt x="778" y="1800"/>
                </a:lnTo>
                <a:lnTo>
                  <a:pt x="775" y="1789"/>
                </a:lnTo>
                <a:lnTo>
                  <a:pt x="773" y="1779"/>
                </a:lnTo>
                <a:lnTo>
                  <a:pt x="767" y="1770"/>
                </a:lnTo>
                <a:lnTo>
                  <a:pt x="761" y="1766"/>
                </a:lnTo>
                <a:lnTo>
                  <a:pt x="751" y="1763"/>
                </a:lnTo>
                <a:lnTo>
                  <a:pt x="740" y="1762"/>
                </a:lnTo>
                <a:close/>
                <a:moveTo>
                  <a:pt x="362" y="1738"/>
                </a:moveTo>
                <a:lnTo>
                  <a:pt x="341" y="1739"/>
                </a:lnTo>
                <a:lnTo>
                  <a:pt x="323" y="1740"/>
                </a:lnTo>
                <a:lnTo>
                  <a:pt x="307" y="1743"/>
                </a:lnTo>
                <a:lnTo>
                  <a:pt x="293" y="1747"/>
                </a:lnTo>
                <a:lnTo>
                  <a:pt x="284" y="1751"/>
                </a:lnTo>
                <a:lnTo>
                  <a:pt x="274" y="1760"/>
                </a:lnTo>
                <a:lnTo>
                  <a:pt x="266" y="1771"/>
                </a:lnTo>
                <a:lnTo>
                  <a:pt x="261" y="1783"/>
                </a:lnTo>
                <a:lnTo>
                  <a:pt x="258" y="1795"/>
                </a:lnTo>
                <a:lnTo>
                  <a:pt x="257" y="1806"/>
                </a:lnTo>
                <a:lnTo>
                  <a:pt x="256" y="1815"/>
                </a:lnTo>
                <a:lnTo>
                  <a:pt x="256" y="1823"/>
                </a:lnTo>
                <a:lnTo>
                  <a:pt x="258" y="1818"/>
                </a:lnTo>
                <a:lnTo>
                  <a:pt x="261" y="1812"/>
                </a:lnTo>
                <a:lnTo>
                  <a:pt x="266" y="1806"/>
                </a:lnTo>
                <a:lnTo>
                  <a:pt x="271" y="1800"/>
                </a:lnTo>
                <a:lnTo>
                  <a:pt x="278" y="1794"/>
                </a:lnTo>
                <a:lnTo>
                  <a:pt x="287" y="1789"/>
                </a:lnTo>
                <a:lnTo>
                  <a:pt x="296" y="1786"/>
                </a:lnTo>
                <a:lnTo>
                  <a:pt x="308" y="1785"/>
                </a:lnTo>
                <a:lnTo>
                  <a:pt x="321" y="1789"/>
                </a:lnTo>
                <a:lnTo>
                  <a:pt x="332" y="1795"/>
                </a:lnTo>
                <a:lnTo>
                  <a:pt x="339" y="1801"/>
                </a:lnTo>
                <a:lnTo>
                  <a:pt x="343" y="1807"/>
                </a:lnTo>
                <a:lnTo>
                  <a:pt x="343" y="1813"/>
                </a:lnTo>
                <a:lnTo>
                  <a:pt x="341" y="1819"/>
                </a:lnTo>
                <a:lnTo>
                  <a:pt x="338" y="1823"/>
                </a:lnTo>
                <a:lnTo>
                  <a:pt x="289" y="1892"/>
                </a:lnTo>
                <a:lnTo>
                  <a:pt x="338" y="1915"/>
                </a:lnTo>
                <a:lnTo>
                  <a:pt x="352" y="1900"/>
                </a:lnTo>
                <a:lnTo>
                  <a:pt x="364" y="1885"/>
                </a:lnTo>
                <a:lnTo>
                  <a:pt x="375" y="1872"/>
                </a:lnTo>
                <a:lnTo>
                  <a:pt x="387" y="1861"/>
                </a:lnTo>
                <a:lnTo>
                  <a:pt x="401" y="1850"/>
                </a:lnTo>
                <a:lnTo>
                  <a:pt x="421" y="1839"/>
                </a:lnTo>
                <a:lnTo>
                  <a:pt x="431" y="1838"/>
                </a:lnTo>
                <a:lnTo>
                  <a:pt x="440" y="1837"/>
                </a:lnTo>
                <a:lnTo>
                  <a:pt x="449" y="1839"/>
                </a:lnTo>
                <a:lnTo>
                  <a:pt x="459" y="1845"/>
                </a:lnTo>
                <a:lnTo>
                  <a:pt x="470" y="1854"/>
                </a:lnTo>
                <a:lnTo>
                  <a:pt x="477" y="1861"/>
                </a:lnTo>
                <a:lnTo>
                  <a:pt x="481" y="1870"/>
                </a:lnTo>
                <a:lnTo>
                  <a:pt x="485" y="1879"/>
                </a:lnTo>
                <a:lnTo>
                  <a:pt x="487" y="1889"/>
                </a:lnTo>
                <a:lnTo>
                  <a:pt x="486" y="1898"/>
                </a:lnTo>
                <a:lnTo>
                  <a:pt x="484" y="1907"/>
                </a:lnTo>
                <a:lnTo>
                  <a:pt x="478" y="1916"/>
                </a:lnTo>
                <a:lnTo>
                  <a:pt x="470" y="1922"/>
                </a:lnTo>
                <a:lnTo>
                  <a:pt x="458" y="1927"/>
                </a:lnTo>
                <a:lnTo>
                  <a:pt x="447" y="1927"/>
                </a:lnTo>
                <a:lnTo>
                  <a:pt x="437" y="1925"/>
                </a:lnTo>
                <a:lnTo>
                  <a:pt x="428" y="1920"/>
                </a:lnTo>
                <a:lnTo>
                  <a:pt x="422" y="1911"/>
                </a:lnTo>
                <a:lnTo>
                  <a:pt x="416" y="1902"/>
                </a:lnTo>
                <a:lnTo>
                  <a:pt x="412" y="1892"/>
                </a:lnTo>
                <a:lnTo>
                  <a:pt x="410" y="1894"/>
                </a:lnTo>
                <a:lnTo>
                  <a:pt x="406" y="1899"/>
                </a:lnTo>
                <a:lnTo>
                  <a:pt x="401" y="1905"/>
                </a:lnTo>
                <a:lnTo>
                  <a:pt x="398" y="1912"/>
                </a:lnTo>
                <a:lnTo>
                  <a:pt x="396" y="1921"/>
                </a:lnTo>
                <a:lnTo>
                  <a:pt x="395" y="1930"/>
                </a:lnTo>
                <a:lnTo>
                  <a:pt x="398" y="1939"/>
                </a:lnTo>
                <a:lnTo>
                  <a:pt x="404" y="1949"/>
                </a:lnTo>
                <a:lnTo>
                  <a:pt x="415" y="1957"/>
                </a:lnTo>
                <a:lnTo>
                  <a:pt x="425" y="1961"/>
                </a:lnTo>
                <a:lnTo>
                  <a:pt x="439" y="1965"/>
                </a:lnTo>
                <a:lnTo>
                  <a:pt x="455" y="1967"/>
                </a:lnTo>
                <a:lnTo>
                  <a:pt x="471" y="1968"/>
                </a:lnTo>
                <a:lnTo>
                  <a:pt x="489" y="1968"/>
                </a:lnTo>
                <a:lnTo>
                  <a:pt x="508" y="1967"/>
                </a:lnTo>
                <a:lnTo>
                  <a:pt x="526" y="1964"/>
                </a:lnTo>
                <a:lnTo>
                  <a:pt x="544" y="1960"/>
                </a:lnTo>
                <a:lnTo>
                  <a:pt x="561" y="1954"/>
                </a:lnTo>
                <a:lnTo>
                  <a:pt x="575" y="1947"/>
                </a:lnTo>
                <a:lnTo>
                  <a:pt x="587" y="1938"/>
                </a:lnTo>
                <a:lnTo>
                  <a:pt x="596" y="1927"/>
                </a:lnTo>
                <a:lnTo>
                  <a:pt x="601" y="1914"/>
                </a:lnTo>
                <a:lnTo>
                  <a:pt x="602" y="1900"/>
                </a:lnTo>
                <a:lnTo>
                  <a:pt x="599" y="1895"/>
                </a:lnTo>
                <a:lnTo>
                  <a:pt x="592" y="1891"/>
                </a:lnTo>
                <a:lnTo>
                  <a:pt x="581" y="1886"/>
                </a:lnTo>
                <a:lnTo>
                  <a:pt x="568" y="1882"/>
                </a:lnTo>
                <a:lnTo>
                  <a:pt x="554" y="1877"/>
                </a:lnTo>
                <a:lnTo>
                  <a:pt x="538" y="1872"/>
                </a:lnTo>
                <a:lnTo>
                  <a:pt x="524" y="1867"/>
                </a:lnTo>
                <a:lnTo>
                  <a:pt x="511" y="1861"/>
                </a:lnTo>
                <a:lnTo>
                  <a:pt x="526" y="1851"/>
                </a:lnTo>
                <a:lnTo>
                  <a:pt x="536" y="1847"/>
                </a:lnTo>
                <a:lnTo>
                  <a:pt x="543" y="1842"/>
                </a:lnTo>
                <a:lnTo>
                  <a:pt x="550" y="1837"/>
                </a:lnTo>
                <a:lnTo>
                  <a:pt x="554" y="1831"/>
                </a:lnTo>
                <a:lnTo>
                  <a:pt x="553" y="1823"/>
                </a:lnTo>
                <a:lnTo>
                  <a:pt x="543" y="1806"/>
                </a:lnTo>
                <a:lnTo>
                  <a:pt x="530" y="1790"/>
                </a:lnTo>
                <a:lnTo>
                  <a:pt x="513" y="1776"/>
                </a:lnTo>
                <a:lnTo>
                  <a:pt x="495" y="1765"/>
                </a:lnTo>
                <a:lnTo>
                  <a:pt x="474" y="1757"/>
                </a:lnTo>
                <a:lnTo>
                  <a:pt x="452" y="1749"/>
                </a:lnTo>
                <a:lnTo>
                  <a:pt x="429" y="1744"/>
                </a:lnTo>
                <a:lnTo>
                  <a:pt x="406" y="1740"/>
                </a:lnTo>
                <a:lnTo>
                  <a:pt x="383" y="1739"/>
                </a:lnTo>
                <a:lnTo>
                  <a:pt x="362" y="1738"/>
                </a:lnTo>
                <a:close/>
                <a:moveTo>
                  <a:pt x="589" y="1671"/>
                </a:moveTo>
                <a:lnTo>
                  <a:pt x="583" y="1674"/>
                </a:lnTo>
                <a:lnTo>
                  <a:pt x="575" y="1680"/>
                </a:lnTo>
                <a:lnTo>
                  <a:pt x="565" y="1686"/>
                </a:lnTo>
                <a:lnTo>
                  <a:pt x="554" y="1694"/>
                </a:lnTo>
                <a:lnTo>
                  <a:pt x="543" y="1702"/>
                </a:lnTo>
                <a:lnTo>
                  <a:pt x="532" y="1710"/>
                </a:lnTo>
                <a:lnTo>
                  <a:pt x="521" y="1718"/>
                </a:lnTo>
                <a:lnTo>
                  <a:pt x="511" y="1724"/>
                </a:lnTo>
                <a:lnTo>
                  <a:pt x="513" y="1727"/>
                </a:lnTo>
                <a:lnTo>
                  <a:pt x="518" y="1733"/>
                </a:lnTo>
                <a:lnTo>
                  <a:pt x="523" y="1740"/>
                </a:lnTo>
                <a:lnTo>
                  <a:pt x="532" y="1747"/>
                </a:lnTo>
                <a:lnTo>
                  <a:pt x="542" y="1755"/>
                </a:lnTo>
                <a:lnTo>
                  <a:pt x="553" y="1762"/>
                </a:lnTo>
                <a:lnTo>
                  <a:pt x="565" y="1768"/>
                </a:lnTo>
                <a:lnTo>
                  <a:pt x="579" y="1772"/>
                </a:lnTo>
                <a:lnTo>
                  <a:pt x="595" y="1773"/>
                </a:lnTo>
                <a:lnTo>
                  <a:pt x="610" y="1770"/>
                </a:lnTo>
                <a:lnTo>
                  <a:pt x="627" y="1762"/>
                </a:lnTo>
                <a:lnTo>
                  <a:pt x="626" y="1760"/>
                </a:lnTo>
                <a:lnTo>
                  <a:pt x="621" y="1743"/>
                </a:lnTo>
                <a:lnTo>
                  <a:pt x="618" y="1731"/>
                </a:lnTo>
                <a:lnTo>
                  <a:pt x="614" y="1718"/>
                </a:lnTo>
                <a:lnTo>
                  <a:pt x="609" y="1705"/>
                </a:lnTo>
                <a:lnTo>
                  <a:pt x="606" y="1692"/>
                </a:lnTo>
                <a:lnTo>
                  <a:pt x="601" y="1682"/>
                </a:lnTo>
                <a:lnTo>
                  <a:pt x="597" y="1674"/>
                </a:lnTo>
                <a:lnTo>
                  <a:pt x="594" y="1671"/>
                </a:lnTo>
                <a:lnTo>
                  <a:pt x="589" y="1671"/>
                </a:lnTo>
                <a:close/>
                <a:moveTo>
                  <a:pt x="915" y="1643"/>
                </a:moveTo>
                <a:lnTo>
                  <a:pt x="907" y="1646"/>
                </a:lnTo>
                <a:lnTo>
                  <a:pt x="902" y="1651"/>
                </a:lnTo>
                <a:lnTo>
                  <a:pt x="898" y="1658"/>
                </a:lnTo>
                <a:lnTo>
                  <a:pt x="897" y="1665"/>
                </a:lnTo>
                <a:lnTo>
                  <a:pt x="898" y="1672"/>
                </a:lnTo>
                <a:lnTo>
                  <a:pt x="901" y="1676"/>
                </a:lnTo>
                <a:lnTo>
                  <a:pt x="906" y="1678"/>
                </a:lnTo>
                <a:lnTo>
                  <a:pt x="916" y="1680"/>
                </a:lnTo>
                <a:lnTo>
                  <a:pt x="929" y="1680"/>
                </a:lnTo>
                <a:lnTo>
                  <a:pt x="944" y="1682"/>
                </a:lnTo>
                <a:lnTo>
                  <a:pt x="960" y="1684"/>
                </a:lnTo>
                <a:lnTo>
                  <a:pt x="976" y="1685"/>
                </a:lnTo>
                <a:lnTo>
                  <a:pt x="990" y="1686"/>
                </a:lnTo>
                <a:lnTo>
                  <a:pt x="985" y="1679"/>
                </a:lnTo>
                <a:lnTo>
                  <a:pt x="981" y="1670"/>
                </a:lnTo>
                <a:lnTo>
                  <a:pt x="976" y="1663"/>
                </a:lnTo>
                <a:lnTo>
                  <a:pt x="970" y="1659"/>
                </a:lnTo>
                <a:lnTo>
                  <a:pt x="964" y="1657"/>
                </a:lnTo>
                <a:lnTo>
                  <a:pt x="956" y="1653"/>
                </a:lnTo>
                <a:lnTo>
                  <a:pt x="946" y="1649"/>
                </a:lnTo>
                <a:lnTo>
                  <a:pt x="935" y="1647"/>
                </a:lnTo>
                <a:lnTo>
                  <a:pt x="925" y="1644"/>
                </a:lnTo>
                <a:lnTo>
                  <a:pt x="915" y="1643"/>
                </a:lnTo>
                <a:close/>
                <a:moveTo>
                  <a:pt x="517" y="1641"/>
                </a:moveTo>
                <a:lnTo>
                  <a:pt x="508" y="1641"/>
                </a:lnTo>
                <a:lnTo>
                  <a:pt x="496" y="1641"/>
                </a:lnTo>
                <a:lnTo>
                  <a:pt x="479" y="1642"/>
                </a:lnTo>
                <a:lnTo>
                  <a:pt x="461" y="1643"/>
                </a:lnTo>
                <a:lnTo>
                  <a:pt x="441" y="1645"/>
                </a:lnTo>
                <a:lnTo>
                  <a:pt x="402" y="1647"/>
                </a:lnTo>
                <a:lnTo>
                  <a:pt x="385" y="1647"/>
                </a:lnTo>
                <a:lnTo>
                  <a:pt x="371" y="1648"/>
                </a:lnTo>
                <a:lnTo>
                  <a:pt x="383" y="1659"/>
                </a:lnTo>
                <a:lnTo>
                  <a:pt x="392" y="1667"/>
                </a:lnTo>
                <a:lnTo>
                  <a:pt x="403" y="1674"/>
                </a:lnTo>
                <a:lnTo>
                  <a:pt x="415" y="1684"/>
                </a:lnTo>
                <a:lnTo>
                  <a:pt x="427" y="1691"/>
                </a:lnTo>
                <a:lnTo>
                  <a:pt x="438" y="1699"/>
                </a:lnTo>
                <a:lnTo>
                  <a:pt x="449" y="1706"/>
                </a:lnTo>
                <a:lnTo>
                  <a:pt x="457" y="1710"/>
                </a:lnTo>
                <a:lnTo>
                  <a:pt x="466" y="1707"/>
                </a:lnTo>
                <a:lnTo>
                  <a:pt x="477" y="1704"/>
                </a:lnTo>
                <a:lnTo>
                  <a:pt x="488" y="1698"/>
                </a:lnTo>
                <a:lnTo>
                  <a:pt x="499" y="1689"/>
                </a:lnTo>
                <a:lnTo>
                  <a:pt x="506" y="1672"/>
                </a:lnTo>
                <a:lnTo>
                  <a:pt x="510" y="1663"/>
                </a:lnTo>
                <a:lnTo>
                  <a:pt x="514" y="1654"/>
                </a:lnTo>
                <a:lnTo>
                  <a:pt x="517" y="1647"/>
                </a:lnTo>
                <a:lnTo>
                  <a:pt x="519" y="1642"/>
                </a:lnTo>
                <a:lnTo>
                  <a:pt x="520" y="1641"/>
                </a:lnTo>
                <a:lnTo>
                  <a:pt x="517" y="1641"/>
                </a:lnTo>
                <a:close/>
                <a:moveTo>
                  <a:pt x="737" y="1636"/>
                </a:moveTo>
                <a:lnTo>
                  <a:pt x="718" y="1638"/>
                </a:lnTo>
                <a:lnTo>
                  <a:pt x="707" y="1642"/>
                </a:lnTo>
                <a:lnTo>
                  <a:pt x="696" y="1647"/>
                </a:lnTo>
                <a:lnTo>
                  <a:pt x="687" y="1655"/>
                </a:lnTo>
                <a:lnTo>
                  <a:pt x="679" y="1663"/>
                </a:lnTo>
                <a:lnTo>
                  <a:pt x="674" y="1673"/>
                </a:lnTo>
                <a:lnTo>
                  <a:pt x="671" y="1683"/>
                </a:lnTo>
                <a:lnTo>
                  <a:pt x="670" y="1694"/>
                </a:lnTo>
                <a:lnTo>
                  <a:pt x="674" y="1704"/>
                </a:lnTo>
                <a:lnTo>
                  <a:pt x="681" y="1714"/>
                </a:lnTo>
                <a:lnTo>
                  <a:pt x="693" y="1724"/>
                </a:lnTo>
                <a:lnTo>
                  <a:pt x="686" y="1713"/>
                </a:lnTo>
                <a:lnTo>
                  <a:pt x="683" y="1704"/>
                </a:lnTo>
                <a:lnTo>
                  <a:pt x="682" y="1696"/>
                </a:lnTo>
                <a:lnTo>
                  <a:pt x="684" y="1691"/>
                </a:lnTo>
                <a:lnTo>
                  <a:pt x="687" y="1686"/>
                </a:lnTo>
                <a:lnTo>
                  <a:pt x="691" y="1683"/>
                </a:lnTo>
                <a:lnTo>
                  <a:pt x="696" y="1680"/>
                </a:lnTo>
                <a:lnTo>
                  <a:pt x="706" y="1674"/>
                </a:lnTo>
                <a:lnTo>
                  <a:pt x="717" y="1673"/>
                </a:lnTo>
                <a:lnTo>
                  <a:pt x="729" y="1674"/>
                </a:lnTo>
                <a:lnTo>
                  <a:pt x="740" y="1675"/>
                </a:lnTo>
                <a:lnTo>
                  <a:pt x="749" y="1678"/>
                </a:lnTo>
                <a:lnTo>
                  <a:pt x="756" y="1680"/>
                </a:lnTo>
                <a:lnTo>
                  <a:pt x="763" y="1684"/>
                </a:lnTo>
                <a:lnTo>
                  <a:pt x="762" y="1699"/>
                </a:lnTo>
                <a:lnTo>
                  <a:pt x="762" y="1711"/>
                </a:lnTo>
                <a:lnTo>
                  <a:pt x="767" y="1721"/>
                </a:lnTo>
                <a:lnTo>
                  <a:pt x="773" y="1729"/>
                </a:lnTo>
                <a:lnTo>
                  <a:pt x="787" y="1743"/>
                </a:lnTo>
                <a:lnTo>
                  <a:pt x="796" y="1750"/>
                </a:lnTo>
                <a:lnTo>
                  <a:pt x="805" y="1757"/>
                </a:lnTo>
                <a:lnTo>
                  <a:pt x="812" y="1765"/>
                </a:lnTo>
                <a:lnTo>
                  <a:pt x="818" y="1774"/>
                </a:lnTo>
                <a:lnTo>
                  <a:pt x="823" y="1786"/>
                </a:lnTo>
                <a:lnTo>
                  <a:pt x="825" y="1801"/>
                </a:lnTo>
                <a:lnTo>
                  <a:pt x="833" y="1800"/>
                </a:lnTo>
                <a:lnTo>
                  <a:pt x="843" y="1798"/>
                </a:lnTo>
                <a:lnTo>
                  <a:pt x="854" y="1796"/>
                </a:lnTo>
                <a:lnTo>
                  <a:pt x="864" y="1793"/>
                </a:lnTo>
                <a:lnTo>
                  <a:pt x="873" y="1790"/>
                </a:lnTo>
                <a:lnTo>
                  <a:pt x="880" y="1784"/>
                </a:lnTo>
                <a:lnTo>
                  <a:pt x="883" y="1777"/>
                </a:lnTo>
                <a:lnTo>
                  <a:pt x="886" y="1764"/>
                </a:lnTo>
                <a:lnTo>
                  <a:pt x="887" y="1750"/>
                </a:lnTo>
                <a:lnTo>
                  <a:pt x="886" y="1735"/>
                </a:lnTo>
                <a:lnTo>
                  <a:pt x="882" y="1720"/>
                </a:lnTo>
                <a:lnTo>
                  <a:pt x="876" y="1711"/>
                </a:lnTo>
                <a:lnTo>
                  <a:pt x="867" y="1701"/>
                </a:lnTo>
                <a:lnTo>
                  <a:pt x="856" y="1690"/>
                </a:lnTo>
                <a:lnTo>
                  <a:pt x="843" y="1680"/>
                </a:lnTo>
                <a:lnTo>
                  <a:pt x="831" y="1670"/>
                </a:lnTo>
                <a:lnTo>
                  <a:pt x="818" y="1662"/>
                </a:lnTo>
                <a:lnTo>
                  <a:pt x="808" y="1656"/>
                </a:lnTo>
                <a:lnTo>
                  <a:pt x="793" y="1648"/>
                </a:lnTo>
                <a:lnTo>
                  <a:pt x="775" y="1641"/>
                </a:lnTo>
                <a:lnTo>
                  <a:pt x="756" y="1637"/>
                </a:lnTo>
                <a:lnTo>
                  <a:pt x="737" y="1636"/>
                </a:lnTo>
                <a:close/>
                <a:moveTo>
                  <a:pt x="289" y="1557"/>
                </a:moveTo>
                <a:lnTo>
                  <a:pt x="338" y="1625"/>
                </a:lnTo>
                <a:lnTo>
                  <a:pt x="366" y="1622"/>
                </a:lnTo>
                <a:lnTo>
                  <a:pt x="389" y="1617"/>
                </a:lnTo>
                <a:lnTo>
                  <a:pt x="411" y="1610"/>
                </a:lnTo>
                <a:lnTo>
                  <a:pt x="429" y="1600"/>
                </a:lnTo>
                <a:lnTo>
                  <a:pt x="445" y="1587"/>
                </a:lnTo>
                <a:lnTo>
                  <a:pt x="289" y="1557"/>
                </a:lnTo>
                <a:close/>
                <a:moveTo>
                  <a:pt x="247" y="1427"/>
                </a:moveTo>
                <a:lnTo>
                  <a:pt x="272" y="1511"/>
                </a:lnTo>
                <a:lnTo>
                  <a:pt x="363" y="1511"/>
                </a:lnTo>
                <a:lnTo>
                  <a:pt x="363" y="1496"/>
                </a:lnTo>
                <a:lnTo>
                  <a:pt x="247" y="1427"/>
                </a:lnTo>
                <a:close/>
                <a:moveTo>
                  <a:pt x="826" y="1425"/>
                </a:moveTo>
                <a:lnTo>
                  <a:pt x="816" y="1426"/>
                </a:lnTo>
                <a:lnTo>
                  <a:pt x="805" y="1427"/>
                </a:lnTo>
                <a:lnTo>
                  <a:pt x="783" y="1433"/>
                </a:lnTo>
                <a:lnTo>
                  <a:pt x="773" y="1437"/>
                </a:lnTo>
                <a:lnTo>
                  <a:pt x="763" y="1442"/>
                </a:lnTo>
                <a:lnTo>
                  <a:pt x="755" y="1449"/>
                </a:lnTo>
                <a:lnTo>
                  <a:pt x="748" y="1457"/>
                </a:lnTo>
                <a:lnTo>
                  <a:pt x="743" y="1468"/>
                </a:lnTo>
                <a:lnTo>
                  <a:pt x="741" y="1481"/>
                </a:lnTo>
                <a:lnTo>
                  <a:pt x="742" y="1496"/>
                </a:lnTo>
                <a:lnTo>
                  <a:pt x="747" y="1507"/>
                </a:lnTo>
                <a:lnTo>
                  <a:pt x="753" y="1515"/>
                </a:lnTo>
                <a:lnTo>
                  <a:pt x="762" y="1521"/>
                </a:lnTo>
                <a:lnTo>
                  <a:pt x="771" y="1524"/>
                </a:lnTo>
                <a:lnTo>
                  <a:pt x="781" y="1526"/>
                </a:lnTo>
                <a:lnTo>
                  <a:pt x="790" y="1526"/>
                </a:lnTo>
                <a:lnTo>
                  <a:pt x="800" y="1526"/>
                </a:lnTo>
                <a:lnTo>
                  <a:pt x="799" y="1525"/>
                </a:lnTo>
                <a:lnTo>
                  <a:pt x="796" y="1521"/>
                </a:lnTo>
                <a:lnTo>
                  <a:pt x="794" y="1515"/>
                </a:lnTo>
                <a:lnTo>
                  <a:pt x="793" y="1507"/>
                </a:lnTo>
                <a:lnTo>
                  <a:pt x="794" y="1498"/>
                </a:lnTo>
                <a:lnTo>
                  <a:pt x="800" y="1488"/>
                </a:lnTo>
                <a:lnTo>
                  <a:pt x="808" y="1481"/>
                </a:lnTo>
                <a:lnTo>
                  <a:pt x="817" y="1476"/>
                </a:lnTo>
                <a:lnTo>
                  <a:pt x="827" y="1473"/>
                </a:lnTo>
                <a:lnTo>
                  <a:pt x="838" y="1473"/>
                </a:lnTo>
                <a:lnTo>
                  <a:pt x="849" y="1477"/>
                </a:lnTo>
                <a:lnTo>
                  <a:pt x="858" y="1482"/>
                </a:lnTo>
                <a:lnTo>
                  <a:pt x="866" y="1493"/>
                </a:lnTo>
                <a:lnTo>
                  <a:pt x="873" y="1510"/>
                </a:lnTo>
                <a:lnTo>
                  <a:pt x="875" y="1527"/>
                </a:lnTo>
                <a:lnTo>
                  <a:pt x="871" y="1543"/>
                </a:lnTo>
                <a:lnTo>
                  <a:pt x="864" y="1558"/>
                </a:lnTo>
                <a:lnTo>
                  <a:pt x="852" y="1571"/>
                </a:lnTo>
                <a:lnTo>
                  <a:pt x="837" y="1581"/>
                </a:lnTo>
                <a:lnTo>
                  <a:pt x="819" y="1589"/>
                </a:lnTo>
                <a:lnTo>
                  <a:pt x="801" y="1594"/>
                </a:lnTo>
                <a:lnTo>
                  <a:pt x="781" y="1596"/>
                </a:lnTo>
                <a:lnTo>
                  <a:pt x="762" y="1593"/>
                </a:lnTo>
                <a:lnTo>
                  <a:pt x="742" y="1587"/>
                </a:lnTo>
                <a:lnTo>
                  <a:pt x="729" y="1581"/>
                </a:lnTo>
                <a:lnTo>
                  <a:pt x="720" y="1575"/>
                </a:lnTo>
                <a:lnTo>
                  <a:pt x="707" y="1562"/>
                </a:lnTo>
                <a:lnTo>
                  <a:pt x="701" y="1553"/>
                </a:lnTo>
                <a:lnTo>
                  <a:pt x="693" y="1542"/>
                </a:lnTo>
                <a:lnTo>
                  <a:pt x="685" y="1527"/>
                </a:lnTo>
                <a:lnTo>
                  <a:pt x="680" y="1515"/>
                </a:lnTo>
                <a:lnTo>
                  <a:pt x="679" y="1503"/>
                </a:lnTo>
                <a:lnTo>
                  <a:pt x="681" y="1492"/>
                </a:lnTo>
                <a:lnTo>
                  <a:pt x="692" y="1459"/>
                </a:lnTo>
                <a:lnTo>
                  <a:pt x="694" y="1447"/>
                </a:lnTo>
                <a:lnTo>
                  <a:pt x="693" y="1435"/>
                </a:lnTo>
                <a:lnTo>
                  <a:pt x="668" y="1445"/>
                </a:lnTo>
                <a:lnTo>
                  <a:pt x="643" y="1456"/>
                </a:lnTo>
                <a:lnTo>
                  <a:pt x="619" y="1467"/>
                </a:lnTo>
                <a:lnTo>
                  <a:pt x="595" y="1477"/>
                </a:lnTo>
                <a:lnTo>
                  <a:pt x="567" y="1487"/>
                </a:lnTo>
                <a:lnTo>
                  <a:pt x="536" y="1496"/>
                </a:lnTo>
                <a:lnTo>
                  <a:pt x="571" y="1521"/>
                </a:lnTo>
                <a:lnTo>
                  <a:pt x="606" y="1544"/>
                </a:lnTo>
                <a:lnTo>
                  <a:pt x="641" y="1564"/>
                </a:lnTo>
                <a:lnTo>
                  <a:pt x="679" y="1582"/>
                </a:lnTo>
                <a:lnTo>
                  <a:pt x="718" y="1597"/>
                </a:lnTo>
                <a:lnTo>
                  <a:pt x="759" y="1608"/>
                </a:lnTo>
                <a:lnTo>
                  <a:pt x="803" y="1617"/>
                </a:lnTo>
                <a:lnTo>
                  <a:pt x="849" y="1623"/>
                </a:lnTo>
                <a:lnTo>
                  <a:pt x="899" y="1625"/>
                </a:lnTo>
                <a:lnTo>
                  <a:pt x="899" y="1587"/>
                </a:lnTo>
                <a:lnTo>
                  <a:pt x="906" y="1587"/>
                </a:lnTo>
                <a:lnTo>
                  <a:pt x="915" y="1589"/>
                </a:lnTo>
                <a:lnTo>
                  <a:pt x="924" y="1591"/>
                </a:lnTo>
                <a:lnTo>
                  <a:pt x="933" y="1593"/>
                </a:lnTo>
                <a:lnTo>
                  <a:pt x="941" y="1594"/>
                </a:lnTo>
                <a:lnTo>
                  <a:pt x="948" y="1594"/>
                </a:lnTo>
                <a:lnTo>
                  <a:pt x="956" y="1592"/>
                </a:lnTo>
                <a:lnTo>
                  <a:pt x="961" y="1587"/>
                </a:lnTo>
                <a:lnTo>
                  <a:pt x="965" y="1580"/>
                </a:lnTo>
                <a:lnTo>
                  <a:pt x="967" y="1568"/>
                </a:lnTo>
                <a:lnTo>
                  <a:pt x="967" y="1553"/>
                </a:lnTo>
                <a:lnTo>
                  <a:pt x="965" y="1537"/>
                </a:lnTo>
                <a:lnTo>
                  <a:pt x="962" y="1521"/>
                </a:lnTo>
                <a:lnTo>
                  <a:pt x="957" y="1503"/>
                </a:lnTo>
                <a:lnTo>
                  <a:pt x="950" y="1487"/>
                </a:lnTo>
                <a:lnTo>
                  <a:pt x="943" y="1471"/>
                </a:lnTo>
                <a:lnTo>
                  <a:pt x="934" y="1459"/>
                </a:lnTo>
                <a:lnTo>
                  <a:pt x="924" y="1450"/>
                </a:lnTo>
                <a:lnTo>
                  <a:pt x="913" y="1444"/>
                </a:lnTo>
                <a:lnTo>
                  <a:pt x="898" y="1438"/>
                </a:lnTo>
                <a:lnTo>
                  <a:pt x="882" y="1432"/>
                </a:lnTo>
                <a:lnTo>
                  <a:pt x="863" y="1427"/>
                </a:lnTo>
                <a:lnTo>
                  <a:pt x="844" y="1425"/>
                </a:lnTo>
                <a:lnTo>
                  <a:pt x="826" y="1425"/>
                </a:lnTo>
                <a:close/>
                <a:moveTo>
                  <a:pt x="454" y="1374"/>
                </a:moveTo>
                <a:lnTo>
                  <a:pt x="495" y="1466"/>
                </a:lnTo>
                <a:lnTo>
                  <a:pt x="619" y="1389"/>
                </a:lnTo>
                <a:lnTo>
                  <a:pt x="619" y="1382"/>
                </a:lnTo>
                <a:lnTo>
                  <a:pt x="454" y="1374"/>
                </a:lnTo>
                <a:close/>
                <a:moveTo>
                  <a:pt x="734" y="1260"/>
                </a:moveTo>
                <a:lnTo>
                  <a:pt x="747" y="1280"/>
                </a:lnTo>
                <a:lnTo>
                  <a:pt x="763" y="1297"/>
                </a:lnTo>
                <a:lnTo>
                  <a:pt x="781" y="1312"/>
                </a:lnTo>
                <a:lnTo>
                  <a:pt x="801" y="1326"/>
                </a:lnTo>
                <a:lnTo>
                  <a:pt x="822" y="1339"/>
                </a:lnTo>
                <a:lnTo>
                  <a:pt x="866" y="1361"/>
                </a:lnTo>
                <a:lnTo>
                  <a:pt x="889" y="1371"/>
                </a:lnTo>
                <a:lnTo>
                  <a:pt x="911" y="1382"/>
                </a:lnTo>
                <a:lnTo>
                  <a:pt x="932" y="1394"/>
                </a:lnTo>
                <a:lnTo>
                  <a:pt x="953" y="1407"/>
                </a:lnTo>
                <a:lnTo>
                  <a:pt x="971" y="1422"/>
                </a:lnTo>
                <a:lnTo>
                  <a:pt x="989" y="1439"/>
                </a:lnTo>
                <a:lnTo>
                  <a:pt x="1002" y="1459"/>
                </a:lnTo>
                <a:lnTo>
                  <a:pt x="1014" y="1481"/>
                </a:lnTo>
                <a:lnTo>
                  <a:pt x="1023" y="1481"/>
                </a:lnTo>
                <a:lnTo>
                  <a:pt x="1031" y="1260"/>
                </a:lnTo>
                <a:lnTo>
                  <a:pt x="989" y="1268"/>
                </a:lnTo>
                <a:lnTo>
                  <a:pt x="948" y="1271"/>
                </a:lnTo>
                <a:lnTo>
                  <a:pt x="908" y="1272"/>
                </a:lnTo>
                <a:lnTo>
                  <a:pt x="868" y="1270"/>
                </a:lnTo>
                <a:lnTo>
                  <a:pt x="826" y="1267"/>
                </a:lnTo>
                <a:lnTo>
                  <a:pt x="782" y="1263"/>
                </a:lnTo>
                <a:lnTo>
                  <a:pt x="734" y="1260"/>
                </a:lnTo>
                <a:close/>
                <a:moveTo>
                  <a:pt x="429" y="1245"/>
                </a:moveTo>
                <a:lnTo>
                  <a:pt x="437" y="1351"/>
                </a:lnTo>
                <a:lnTo>
                  <a:pt x="553" y="1306"/>
                </a:lnTo>
                <a:lnTo>
                  <a:pt x="429" y="1245"/>
                </a:lnTo>
                <a:close/>
                <a:moveTo>
                  <a:pt x="223" y="1245"/>
                </a:moveTo>
                <a:lnTo>
                  <a:pt x="247" y="1405"/>
                </a:lnTo>
                <a:lnTo>
                  <a:pt x="355" y="1435"/>
                </a:lnTo>
                <a:lnTo>
                  <a:pt x="338" y="1420"/>
                </a:lnTo>
                <a:lnTo>
                  <a:pt x="223" y="1245"/>
                </a:lnTo>
                <a:close/>
                <a:moveTo>
                  <a:pt x="1014" y="1176"/>
                </a:moveTo>
                <a:lnTo>
                  <a:pt x="998" y="1191"/>
                </a:lnTo>
                <a:lnTo>
                  <a:pt x="980" y="1201"/>
                </a:lnTo>
                <a:lnTo>
                  <a:pt x="959" y="1208"/>
                </a:lnTo>
                <a:lnTo>
                  <a:pt x="937" y="1213"/>
                </a:lnTo>
                <a:lnTo>
                  <a:pt x="915" y="1215"/>
                </a:lnTo>
                <a:lnTo>
                  <a:pt x="891" y="1216"/>
                </a:lnTo>
                <a:lnTo>
                  <a:pt x="866" y="1217"/>
                </a:lnTo>
                <a:lnTo>
                  <a:pt x="814" y="1217"/>
                </a:lnTo>
                <a:lnTo>
                  <a:pt x="786" y="1218"/>
                </a:lnTo>
                <a:lnTo>
                  <a:pt x="759" y="1222"/>
                </a:lnTo>
                <a:lnTo>
                  <a:pt x="762" y="1223"/>
                </a:lnTo>
                <a:lnTo>
                  <a:pt x="768" y="1224"/>
                </a:lnTo>
                <a:lnTo>
                  <a:pt x="779" y="1226"/>
                </a:lnTo>
                <a:lnTo>
                  <a:pt x="793" y="1229"/>
                </a:lnTo>
                <a:lnTo>
                  <a:pt x="809" y="1231"/>
                </a:lnTo>
                <a:lnTo>
                  <a:pt x="828" y="1234"/>
                </a:lnTo>
                <a:lnTo>
                  <a:pt x="849" y="1235"/>
                </a:lnTo>
                <a:lnTo>
                  <a:pt x="871" y="1237"/>
                </a:lnTo>
                <a:lnTo>
                  <a:pt x="893" y="1237"/>
                </a:lnTo>
                <a:lnTo>
                  <a:pt x="915" y="1235"/>
                </a:lnTo>
                <a:lnTo>
                  <a:pt x="938" y="1233"/>
                </a:lnTo>
                <a:lnTo>
                  <a:pt x="959" y="1228"/>
                </a:lnTo>
                <a:lnTo>
                  <a:pt x="979" y="1221"/>
                </a:lnTo>
                <a:lnTo>
                  <a:pt x="996" y="1212"/>
                </a:lnTo>
                <a:lnTo>
                  <a:pt x="1011" y="1199"/>
                </a:lnTo>
                <a:lnTo>
                  <a:pt x="1023" y="1184"/>
                </a:lnTo>
                <a:lnTo>
                  <a:pt x="1014" y="1176"/>
                </a:lnTo>
                <a:close/>
                <a:moveTo>
                  <a:pt x="429" y="1077"/>
                </a:moveTo>
                <a:lnTo>
                  <a:pt x="421" y="1207"/>
                </a:lnTo>
                <a:lnTo>
                  <a:pt x="437" y="1207"/>
                </a:lnTo>
                <a:lnTo>
                  <a:pt x="528" y="1229"/>
                </a:lnTo>
                <a:lnTo>
                  <a:pt x="429" y="1077"/>
                </a:lnTo>
                <a:close/>
                <a:moveTo>
                  <a:pt x="775" y="1039"/>
                </a:moveTo>
                <a:lnTo>
                  <a:pt x="784" y="1061"/>
                </a:lnTo>
                <a:lnTo>
                  <a:pt x="794" y="1081"/>
                </a:lnTo>
                <a:lnTo>
                  <a:pt x="803" y="1100"/>
                </a:lnTo>
                <a:lnTo>
                  <a:pt x="812" y="1117"/>
                </a:lnTo>
                <a:lnTo>
                  <a:pt x="822" y="1131"/>
                </a:lnTo>
                <a:lnTo>
                  <a:pt x="833" y="1143"/>
                </a:lnTo>
                <a:lnTo>
                  <a:pt x="846" y="1153"/>
                </a:lnTo>
                <a:lnTo>
                  <a:pt x="860" y="1162"/>
                </a:lnTo>
                <a:lnTo>
                  <a:pt x="875" y="1167"/>
                </a:lnTo>
                <a:lnTo>
                  <a:pt x="893" y="1169"/>
                </a:lnTo>
                <a:lnTo>
                  <a:pt x="913" y="1169"/>
                </a:lnTo>
                <a:lnTo>
                  <a:pt x="936" y="1167"/>
                </a:lnTo>
                <a:lnTo>
                  <a:pt x="961" y="1162"/>
                </a:lnTo>
                <a:lnTo>
                  <a:pt x="990" y="1153"/>
                </a:lnTo>
                <a:lnTo>
                  <a:pt x="969" y="1142"/>
                </a:lnTo>
                <a:lnTo>
                  <a:pt x="946" y="1130"/>
                </a:lnTo>
                <a:lnTo>
                  <a:pt x="922" y="1117"/>
                </a:lnTo>
                <a:lnTo>
                  <a:pt x="874" y="1088"/>
                </a:lnTo>
                <a:lnTo>
                  <a:pt x="851" y="1075"/>
                </a:lnTo>
                <a:lnTo>
                  <a:pt x="829" y="1063"/>
                </a:lnTo>
                <a:lnTo>
                  <a:pt x="809" y="1052"/>
                </a:lnTo>
                <a:lnTo>
                  <a:pt x="791" y="1044"/>
                </a:lnTo>
                <a:lnTo>
                  <a:pt x="775" y="1039"/>
                </a:lnTo>
                <a:close/>
                <a:moveTo>
                  <a:pt x="676" y="1039"/>
                </a:moveTo>
                <a:lnTo>
                  <a:pt x="693" y="1199"/>
                </a:lnTo>
                <a:lnTo>
                  <a:pt x="792" y="1176"/>
                </a:lnTo>
                <a:lnTo>
                  <a:pt x="784" y="1161"/>
                </a:lnTo>
                <a:lnTo>
                  <a:pt x="776" y="1144"/>
                </a:lnTo>
                <a:lnTo>
                  <a:pt x="768" y="1126"/>
                </a:lnTo>
                <a:lnTo>
                  <a:pt x="760" y="1108"/>
                </a:lnTo>
                <a:lnTo>
                  <a:pt x="751" y="1091"/>
                </a:lnTo>
                <a:lnTo>
                  <a:pt x="742" y="1075"/>
                </a:lnTo>
                <a:lnTo>
                  <a:pt x="734" y="1061"/>
                </a:lnTo>
                <a:lnTo>
                  <a:pt x="726" y="1052"/>
                </a:lnTo>
                <a:lnTo>
                  <a:pt x="718" y="1047"/>
                </a:lnTo>
                <a:lnTo>
                  <a:pt x="706" y="1043"/>
                </a:lnTo>
                <a:lnTo>
                  <a:pt x="696" y="1042"/>
                </a:lnTo>
                <a:lnTo>
                  <a:pt x="684" y="1040"/>
                </a:lnTo>
                <a:lnTo>
                  <a:pt x="676" y="1039"/>
                </a:lnTo>
                <a:close/>
                <a:moveTo>
                  <a:pt x="324" y="1024"/>
                </a:moveTo>
                <a:lnTo>
                  <a:pt x="313" y="1025"/>
                </a:lnTo>
                <a:lnTo>
                  <a:pt x="302" y="1026"/>
                </a:lnTo>
                <a:lnTo>
                  <a:pt x="289" y="1029"/>
                </a:lnTo>
                <a:lnTo>
                  <a:pt x="277" y="1032"/>
                </a:lnTo>
                <a:lnTo>
                  <a:pt x="264" y="1037"/>
                </a:lnTo>
                <a:lnTo>
                  <a:pt x="253" y="1044"/>
                </a:lnTo>
                <a:lnTo>
                  <a:pt x="243" y="1054"/>
                </a:lnTo>
                <a:lnTo>
                  <a:pt x="236" y="1064"/>
                </a:lnTo>
                <a:lnTo>
                  <a:pt x="231" y="1077"/>
                </a:lnTo>
                <a:lnTo>
                  <a:pt x="228" y="1101"/>
                </a:lnTo>
                <a:lnTo>
                  <a:pt x="230" y="1126"/>
                </a:lnTo>
                <a:lnTo>
                  <a:pt x="235" y="1154"/>
                </a:lnTo>
                <a:lnTo>
                  <a:pt x="243" y="1182"/>
                </a:lnTo>
                <a:lnTo>
                  <a:pt x="254" y="1210"/>
                </a:lnTo>
                <a:lnTo>
                  <a:pt x="267" y="1238"/>
                </a:lnTo>
                <a:lnTo>
                  <a:pt x="282" y="1266"/>
                </a:lnTo>
                <a:lnTo>
                  <a:pt x="300" y="1292"/>
                </a:lnTo>
                <a:lnTo>
                  <a:pt x="318" y="1317"/>
                </a:lnTo>
                <a:lnTo>
                  <a:pt x="338" y="1339"/>
                </a:lnTo>
                <a:lnTo>
                  <a:pt x="358" y="1358"/>
                </a:lnTo>
                <a:lnTo>
                  <a:pt x="379" y="1374"/>
                </a:lnTo>
                <a:lnTo>
                  <a:pt x="371" y="1100"/>
                </a:lnTo>
                <a:lnTo>
                  <a:pt x="359" y="1099"/>
                </a:lnTo>
                <a:lnTo>
                  <a:pt x="334" y="1098"/>
                </a:lnTo>
                <a:lnTo>
                  <a:pt x="323" y="1095"/>
                </a:lnTo>
                <a:lnTo>
                  <a:pt x="313" y="1092"/>
                </a:lnTo>
                <a:lnTo>
                  <a:pt x="305" y="1085"/>
                </a:lnTo>
                <a:lnTo>
                  <a:pt x="303" y="1078"/>
                </a:lnTo>
                <a:lnTo>
                  <a:pt x="305" y="1070"/>
                </a:lnTo>
                <a:lnTo>
                  <a:pt x="310" y="1061"/>
                </a:lnTo>
                <a:lnTo>
                  <a:pt x="317" y="1052"/>
                </a:lnTo>
                <a:lnTo>
                  <a:pt x="325" y="1043"/>
                </a:lnTo>
                <a:lnTo>
                  <a:pt x="333" y="1033"/>
                </a:lnTo>
                <a:lnTo>
                  <a:pt x="338" y="1024"/>
                </a:lnTo>
                <a:lnTo>
                  <a:pt x="324" y="1024"/>
                </a:lnTo>
                <a:close/>
                <a:moveTo>
                  <a:pt x="891" y="917"/>
                </a:moveTo>
                <a:lnTo>
                  <a:pt x="893" y="938"/>
                </a:lnTo>
                <a:lnTo>
                  <a:pt x="895" y="960"/>
                </a:lnTo>
                <a:lnTo>
                  <a:pt x="895" y="984"/>
                </a:lnTo>
                <a:lnTo>
                  <a:pt x="896" y="1007"/>
                </a:lnTo>
                <a:lnTo>
                  <a:pt x="898" y="1030"/>
                </a:lnTo>
                <a:lnTo>
                  <a:pt x="901" y="1052"/>
                </a:lnTo>
                <a:lnTo>
                  <a:pt x="906" y="1073"/>
                </a:lnTo>
                <a:lnTo>
                  <a:pt x="915" y="1092"/>
                </a:lnTo>
                <a:lnTo>
                  <a:pt x="981" y="1108"/>
                </a:lnTo>
                <a:lnTo>
                  <a:pt x="976" y="1090"/>
                </a:lnTo>
                <a:lnTo>
                  <a:pt x="971" y="1071"/>
                </a:lnTo>
                <a:lnTo>
                  <a:pt x="969" y="1054"/>
                </a:lnTo>
                <a:lnTo>
                  <a:pt x="966" y="1035"/>
                </a:lnTo>
                <a:lnTo>
                  <a:pt x="964" y="1018"/>
                </a:lnTo>
                <a:lnTo>
                  <a:pt x="960" y="1001"/>
                </a:lnTo>
                <a:lnTo>
                  <a:pt x="957" y="985"/>
                </a:lnTo>
                <a:lnTo>
                  <a:pt x="952" y="970"/>
                </a:lnTo>
                <a:lnTo>
                  <a:pt x="946" y="956"/>
                </a:lnTo>
                <a:lnTo>
                  <a:pt x="937" y="944"/>
                </a:lnTo>
                <a:lnTo>
                  <a:pt x="925" y="933"/>
                </a:lnTo>
                <a:lnTo>
                  <a:pt x="909" y="924"/>
                </a:lnTo>
                <a:lnTo>
                  <a:pt x="891" y="917"/>
                </a:lnTo>
                <a:close/>
                <a:moveTo>
                  <a:pt x="495" y="864"/>
                </a:moveTo>
                <a:lnTo>
                  <a:pt x="445" y="1024"/>
                </a:lnTo>
                <a:lnTo>
                  <a:pt x="459" y="1037"/>
                </a:lnTo>
                <a:lnTo>
                  <a:pt x="471" y="1052"/>
                </a:lnTo>
                <a:lnTo>
                  <a:pt x="482" y="1066"/>
                </a:lnTo>
                <a:lnTo>
                  <a:pt x="504" y="1097"/>
                </a:lnTo>
                <a:lnTo>
                  <a:pt x="515" y="1111"/>
                </a:lnTo>
                <a:lnTo>
                  <a:pt x="528" y="1125"/>
                </a:lnTo>
                <a:lnTo>
                  <a:pt x="543" y="1136"/>
                </a:lnTo>
                <a:lnTo>
                  <a:pt x="561" y="1146"/>
                </a:lnTo>
                <a:lnTo>
                  <a:pt x="561" y="1138"/>
                </a:lnTo>
                <a:lnTo>
                  <a:pt x="495" y="864"/>
                </a:lnTo>
                <a:close/>
                <a:moveTo>
                  <a:pt x="971" y="749"/>
                </a:moveTo>
                <a:lnTo>
                  <a:pt x="959" y="751"/>
                </a:lnTo>
                <a:lnTo>
                  <a:pt x="946" y="755"/>
                </a:lnTo>
                <a:lnTo>
                  <a:pt x="934" y="762"/>
                </a:lnTo>
                <a:lnTo>
                  <a:pt x="924" y="773"/>
                </a:lnTo>
                <a:lnTo>
                  <a:pt x="920" y="780"/>
                </a:lnTo>
                <a:lnTo>
                  <a:pt x="917" y="792"/>
                </a:lnTo>
                <a:lnTo>
                  <a:pt x="916" y="806"/>
                </a:lnTo>
                <a:lnTo>
                  <a:pt x="915" y="820"/>
                </a:lnTo>
                <a:lnTo>
                  <a:pt x="915" y="849"/>
                </a:lnTo>
                <a:lnTo>
                  <a:pt x="932" y="856"/>
                </a:lnTo>
                <a:lnTo>
                  <a:pt x="942" y="847"/>
                </a:lnTo>
                <a:lnTo>
                  <a:pt x="951" y="837"/>
                </a:lnTo>
                <a:lnTo>
                  <a:pt x="960" y="828"/>
                </a:lnTo>
                <a:lnTo>
                  <a:pt x="969" y="822"/>
                </a:lnTo>
                <a:lnTo>
                  <a:pt x="977" y="817"/>
                </a:lnTo>
                <a:lnTo>
                  <a:pt x="984" y="817"/>
                </a:lnTo>
                <a:lnTo>
                  <a:pt x="991" y="822"/>
                </a:lnTo>
                <a:lnTo>
                  <a:pt x="995" y="828"/>
                </a:lnTo>
                <a:lnTo>
                  <a:pt x="996" y="838"/>
                </a:lnTo>
                <a:lnTo>
                  <a:pt x="995" y="850"/>
                </a:lnTo>
                <a:lnTo>
                  <a:pt x="992" y="862"/>
                </a:lnTo>
                <a:lnTo>
                  <a:pt x="989" y="877"/>
                </a:lnTo>
                <a:lnTo>
                  <a:pt x="983" y="891"/>
                </a:lnTo>
                <a:lnTo>
                  <a:pt x="979" y="905"/>
                </a:lnTo>
                <a:lnTo>
                  <a:pt x="973" y="917"/>
                </a:lnTo>
                <a:lnTo>
                  <a:pt x="977" y="918"/>
                </a:lnTo>
                <a:lnTo>
                  <a:pt x="982" y="919"/>
                </a:lnTo>
                <a:lnTo>
                  <a:pt x="988" y="919"/>
                </a:lnTo>
                <a:lnTo>
                  <a:pt x="994" y="917"/>
                </a:lnTo>
                <a:lnTo>
                  <a:pt x="1002" y="914"/>
                </a:lnTo>
                <a:lnTo>
                  <a:pt x="1012" y="908"/>
                </a:lnTo>
                <a:lnTo>
                  <a:pt x="1023" y="898"/>
                </a:lnTo>
                <a:lnTo>
                  <a:pt x="1026" y="891"/>
                </a:lnTo>
                <a:lnTo>
                  <a:pt x="1029" y="881"/>
                </a:lnTo>
                <a:lnTo>
                  <a:pt x="1032" y="867"/>
                </a:lnTo>
                <a:lnTo>
                  <a:pt x="1034" y="852"/>
                </a:lnTo>
                <a:lnTo>
                  <a:pt x="1035" y="836"/>
                </a:lnTo>
                <a:lnTo>
                  <a:pt x="1036" y="820"/>
                </a:lnTo>
                <a:lnTo>
                  <a:pt x="1036" y="805"/>
                </a:lnTo>
                <a:lnTo>
                  <a:pt x="1035" y="790"/>
                </a:lnTo>
                <a:lnTo>
                  <a:pt x="1034" y="780"/>
                </a:lnTo>
                <a:lnTo>
                  <a:pt x="1031" y="773"/>
                </a:lnTo>
                <a:lnTo>
                  <a:pt x="1025" y="767"/>
                </a:lnTo>
                <a:lnTo>
                  <a:pt x="1018" y="761"/>
                </a:lnTo>
                <a:lnTo>
                  <a:pt x="1008" y="756"/>
                </a:lnTo>
                <a:lnTo>
                  <a:pt x="997" y="752"/>
                </a:lnTo>
                <a:lnTo>
                  <a:pt x="984" y="750"/>
                </a:lnTo>
                <a:lnTo>
                  <a:pt x="971" y="749"/>
                </a:lnTo>
                <a:close/>
                <a:moveTo>
                  <a:pt x="585" y="724"/>
                </a:moveTo>
                <a:lnTo>
                  <a:pt x="569" y="727"/>
                </a:lnTo>
                <a:lnTo>
                  <a:pt x="558" y="734"/>
                </a:lnTo>
                <a:lnTo>
                  <a:pt x="550" y="745"/>
                </a:lnTo>
                <a:lnTo>
                  <a:pt x="544" y="757"/>
                </a:lnTo>
                <a:lnTo>
                  <a:pt x="543" y="777"/>
                </a:lnTo>
                <a:lnTo>
                  <a:pt x="543" y="801"/>
                </a:lnTo>
                <a:lnTo>
                  <a:pt x="544" y="827"/>
                </a:lnTo>
                <a:lnTo>
                  <a:pt x="547" y="855"/>
                </a:lnTo>
                <a:lnTo>
                  <a:pt x="558" y="916"/>
                </a:lnTo>
                <a:lnTo>
                  <a:pt x="565" y="946"/>
                </a:lnTo>
                <a:lnTo>
                  <a:pt x="572" y="977"/>
                </a:lnTo>
                <a:lnTo>
                  <a:pt x="578" y="1005"/>
                </a:lnTo>
                <a:lnTo>
                  <a:pt x="586" y="1032"/>
                </a:lnTo>
                <a:lnTo>
                  <a:pt x="602" y="1032"/>
                </a:lnTo>
                <a:lnTo>
                  <a:pt x="604" y="993"/>
                </a:lnTo>
                <a:lnTo>
                  <a:pt x="609" y="958"/>
                </a:lnTo>
                <a:lnTo>
                  <a:pt x="617" y="923"/>
                </a:lnTo>
                <a:lnTo>
                  <a:pt x="627" y="892"/>
                </a:lnTo>
                <a:lnTo>
                  <a:pt x="639" y="861"/>
                </a:lnTo>
                <a:lnTo>
                  <a:pt x="652" y="834"/>
                </a:lnTo>
                <a:lnTo>
                  <a:pt x="640" y="828"/>
                </a:lnTo>
                <a:lnTo>
                  <a:pt x="628" y="823"/>
                </a:lnTo>
                <a:lnTo>
                  <a:pt x="602" y="812"/>
                </a:lnTo>
                <a:lnTo>
                  <a:pt x="592" y="808"/>
                </a:lnTo>
                <a:lnTo>
                  <a:pt x="584" y="804"/>
                </a:lnTo>
                <a:lnTo>
                  <a:pt x="580" y="801"/>
                </a:lnTo>
                <a:lnTo>
                  <a:pt x="576" y="793"/>
                </a:lnTo>
                <a:lnTo>
                  <a:pt x="574" y="784"/>
                </a:lnTo>
                <a:lnTo>
                  <a:pt x="575" y="773"/>
                </a:lnTo>
                <a:lnTo>
                  <a:pt x="579" y="764"/>
                </a:lnTo>
                <a:lnTo>
                  <a:pt x="586" y="756"/>
                </a:lnTo>
                <a:lnTo>
                  <a:pt x="595" y="751"/>
                </a:lnTo>
                <a:lnTo>
                  <a:pt x="605" y="750"/>
                </a:lnTo>
                <a:lnTo>
                  <a:pt x="616" y="751"/>
                </a:lnTo>
                <a:lnTo>
                  <a:pt x="626" y="752"/>
                </a:lnTo>
                <a:lnTo>
                  <a:pt x="635" y="755"/>
                </a:lnTo>
                <a:lnTo>
                  <a:pt x="643" y="757"/>
                </a:lnTo>
                <a:lnTo>
                  <a:pt x="642" y="756"/>
                </a:lnTo>
                <a:lnTo>
                  <a:pt x="640" y="751"/>
                </a:lnTo>
                <a:lnTo>
                  <a:pt x="635" y="746"/>
                </a:lnTo>
                <a:lnTo>
                  <a:pt x="629" y="739"/>
                </a:lnTo>
                <a:lnTo>
                  <a:pt x="620" y="732"/>
                </a:lnTo>
                <a:lnTo>
                  <a:pt x="610" y="727"/>
                </a:lnTo>
                <a:lnTo>
                  <a:pt x="598" y="724"/>
                </a:lnTo>
                <a:lnTo>
                  <a:pt x="585" y="724"/>
                </a:lnTo>
                <a:close/>
                <a:moveTo>
                  <a:pt x="792" y="666"/>
                </a:moveTo>
                <a:lnTo>
                  <a:pt x="783" y="694"/>
                </a:lnTo>
                <a:lnTo>
                  <a:pt x="770" y="723"/>
                </a:lnTo>
                <a:lnTo>
                  <a:pt x="756" y="752"/>
                </a:lnTo>
                <a:lnTo>
                  <a:pt x="741" y="783"/>
                </a:lnTo>
                <a:lnTo>
                  <a:pt x="726" y="814"/>
                </a:lnTo>
                <a:lnTo>
                  <a:pt x="712" y="845"/>
                </a:lnTo>
                <a:lnTo>
                  <a:pt x="699" y="878"/>
                </a:lnTo>
                <a:lnTo>
                  <a:pt x="690" y="909"/>
                </a:lnTo>
                <a:lnTo>
                  <a:pt x="684" y="940"/>
                </a:lnTo>
                <a:lnTo>
                  <a:pt x="681" y="971"/>
                </a:lnTo>
                <a:lnTo>
                  <a:pt x="685" y="1001"/>
                </a:lnTo>
                <a:lnTo>
                  <a:pt x="716" y="998"/>
                </a:lnTo>
                <a:lnTo>
                  <a:pt x="745" y="998"/>
                </a:lnTo>
                <a:lnTo>
                  <a:pt x="772" y="999"/>
                </a:lnTo>
                <a:lnTo>
                  <a:pt x="798" y="1004"/>
                </a:lnTo>
                <a:lnTo>
                  <a:pt x="824" y="1010"/>
                </a:lnTo>
                <a:lnTo>
                  <a:pt x="849" y="1016"/>
                </a:lnTo>
                <a:lnTo>
                  <a:pt x="850" y="1011"/>
                </a:lnTo>
                <a:lnTo>
                  <a:pt x="851" y="1003"/>
                </a:lnTo>
                <a:lnTo>
                  <a:pt x="850" y="992"/>
                </a:lnTo>
                <a:lnTo>
                  <a:pt x="849" y="978"/>
                </a:lnTo>
                <a:lnTo>
                  <a:pt x="846" y="962"/>
                </a:lnTo>
                <a:lnTo>
                  <a:pt x="840" y="945"/>
                </a:lnTo>
                <a:lnTo>
                  <a:pt x="832" y="927"/>
                </a:lnTo>
                <a:lnTo>
                  <a:pt x="820" y="908"/>
                </a:lnTo>
                <a:lnTo>
                  <a:pt x="805" y="888"/>
                </a:lnTo>
                <a:lnTo>
                  <a:pt x="784" y="868"/>
                </a:lnTo>
                <a:lnTo>
                  <a:pt x="759" y="849"/>
                </a:lnTo>
                <a:lnTo>
                  <a:pt x="874" y="856"/>
                </a:lnTo>
                <a:lnTo>
                  <a:pt x="871" y="831"/>
                </a:lnTo>
                <a:lnTo>
                  <a:pt x="874" y="806"/>
                </a:lnTo>
                <a:lnTo>
                  <a:pt x="882" y="783"/>
                </a:lnTo>
                <a:lnTo>
                  <a:pt x="893" y="761"/>
                </a:lnTo>
                <a:lnTo>
                  <a:pt x="907" y="741"/>
                </a:lnTo>
                <a:lnTo>
                  <a:pt x="926" y="725"/>
                </a:lnTo>
                <a:lnTo>
                  <a:pt x="946" y="713"/>
                </a:lnTo>
                <a:lnTo>
                  <a:pt x="967" y="704"/>
                </a:lnTo>
                <a:lnTo>
                  <a:pt x="927" y="702"/>
                </a:lnTo>
                <a:lnTo>
                  <a:pt x="890" y="696"/>
                </a:lnTo>
                <a:lnTo>
                  <a:pt x="855" y="687"/>
                </a:lnTo>
                <a:lnTo>
                  <a:pt x="823" y="677"/>
                </a:lnTo>
                <a:lnTo>
                  <a:pt x="792" y="666"/>
                </a:lnTo>
                <a:close/>
                <a:moveTo>
                  <a:pt x="825" y="559"/>
                </a:moveTo>
                <a:lnTo>
                  <a:pt x="808" y="643"/>
                </a:lnTo>
                <a:lnTo>
                  <a:pt x="834" y="638"/>
                </a:lnTo>
                <a:lnTo>
                  <a:pt x="861" y="637"/>
                </a:lnTo>
                <a:lnTo>
                  <a:pt x="888" y="638"/>
                </a:lnTo>
                <a:lnTo>
                  <a:pt x="915" y="642"/>
                </a:lnTo>
                <a:lnTo>
                  <a:pt x="941" y="646"/>
                </a:lnTo>
                <a:lnTo>
                  <a:pt x="965" y="651"/>
                </a:lnTo>
                <a:lnTo>
                  <a:pt x="825" y="559"/>
                </a:lnTo>
                <a:close/>
                <a:moveTo>
                  <a:pt x="849" y="438"/>
                </a:moveTo>
                <a:lnTo>
                  <a:pt x="841" y="530"/>
                </a:lnTo>
                <a:lnTo>
                  <a:pt x="965" y="567"/>
                </a:lnTo>
                <a:lnTo>
                  <a:pt x="849" y="438"/>
                </a:lnTo>
                <a:close/>
                <a:moveTo>
                  <a:pt x="1050" y="0"/>
                </a:moveTo>
                <a:lnTo>
                  <a:pt x="1050" y="14"/>
                </a:lnTo>
                <a:lnTo>
                  <a:pt x="1051" y="29"/>
                </a:lnTo>
                <a:lnTo>
                  <a:pt x="1051" y="257"/>
                </a:lnTo>
                <a:lnTo>
                  <a:pt x="1052" y="302"/>
                </a:lnTo>
                <a:lnTo>
                  <a:pt x="1052" y="933"/>
                </a:lnTo>
                <a:lnTo>
                  <a:pt x="1051" y="933"/>
                </a:lnTo>
                <a:lnTo>
                  <a:pt x="1050" y="932"/>
                </a:lnTo>
                <a:lnTo>
                  <a:pt x="1048" y="931"/>
                </a:lnTo>
                <a:lnTo>
                  <a:pt x="1041" y="931"/>
                </a:lnTo>
                <a:lnTo>
                  <a:pt x="1039" y="933"/>
                </a:lnTo>
                <a:lnTo>
                  <a:pt x="1036" y="936"/>
                </a:lnTo>
                <a:lnTo>
                  <a:pt x="1021" y="965"/>
                </a:lnTo>
                <a:lnTo>
                  <a:pt x="1014" y="978"/>
                </a:lnTo>
                <a:lnTo>
                  <a:pt x="1008" y="993"/>
                </a:lnTo>
                <a:lnTo>
                  <a:pt x="1003" y="1009"/>
                </a:lnTo>
                <a:lnTo>
                  <a:pt x="1000" y="1025"/>
                </a:lnTo>
                <a:lnTo>
                  <a:pt x="997" y="1040"/>
                </a:lnTo>
                <a:lnTo>
                  <a:pt x="998" y="1054"/>
                </a:lnTo>
                <a:lnTo>
                  <a:pt x="1002" y="1070"/>
                </a:lnTo>
                <a:lnTo>
                  <a:pt x="1006" y="1081"/>
                </a:lnTo>
                <a:lnTo>
                  <a:pt x="1012" y="1091"/>
                </a:lnTo>
                <a:lnTo>
                  <a:pt x="1019" y="1096"/>
                </a:lnTo>
                <a:lnTo>
                  <a:pt x="1026" y="1099"/>
                </a:lnTo>
                <a:lnTo>
                  <a:pt x="1035" y="1101"/>
                </a:lnTo>
                <a:lnTo>
                  <a:pt x="1044" y="1101"/>
                </a:lnTo>
                <a:lnTo>
                  <a:pt x="1052" y="1099"/>
                </a:lnTo>
                <a:lnTo>
                  <a:pt x="1052" y="1610"/>
                </a:lnTo>
                <a:lnTo>
                  <a:pt x="932" y="1610"/>
                </a:lnTo>
                <a:lnTo>
                  <a:pt x="932" y="1633"/>
                </a:lnTo>
                <a:lnTo>
                  <a:pt x="1052" y="1633"/>
                </a:lnTo>
                <a:lnTo>
                  <a:pt x="1052" y="1671"/>
                </a:lnTo>
                <a:lnTo>
                  <a:pt x="1031" y="1671"/>
                </a:lnTo>
                <a:lnTo>
                  <a:pt x="1027" y="1682"/>
                </a:lnTo>
                <a:lnTo>
                  <a:pt x="1025" y="1693"/>
                </a:lnTo>
                <a:lnTo>
                  <a:pt x="1021" y="1705"/>
                </a:lnTo>
                <a:lnTo>
                  <a:pt x="1014" y="1717"/>
                </a:lnTo>
                <a:lnTo>
                  <a:pt x="1008" y="1722"/>
                </a:lnTo>
                <a:lnTo>
                  <a:pt x="998" y="1726"/>
                </a:lnTo>
                <a:lnTo>
                  <a:pt x="985" y="1730"/>
                </a:lnTo>
                <a:lnTo>
                  <a:pt x="941" y="1740"/>
                </a:lnTo>
                <a:lnTo>
                  <a:pt x="929" y="1745"/>
                </a:lnTo>
                <a:lnTo>
                  <a:pt x="920" y="1749"/>
                </a:lnTo>
                <a:lnTo>
                  <a:pt x="915" y="1755"/>
                </a:lnTo>
                <a:lnTo>
                  <a:pt x="914" y="1768"/>
                </a:lnTo>
                <a:lnTo>
                  <a:pt x="915" y="1778"/>
                </a:lnTo>
                <a:lnTo>
                  <a:pt x="921" y="1787"/>
                </a:lnTo>
                <a:lnTo>
                  <a:pt x="928" y="1794"/>
                </a:lnTo>
                <a:lnTo>
                  <a:pt x="937" y="1799"/>
                </a:lnTo>
                <a:lnTo>
                  <a:pt x="948" y="1801"/>
                </a:lnTo>
                <a:lnTo>
                  <a:pt x="963" y="1804"/>
                </a:lnTo>
                <a:lnTo>
                  <a:pt x="982" y="1806"/>
                </a:lnTo>
                <a:lnTo>
                  <a:pt x="1004" y="1810"/>
                </a:lnTo>
                <a:lnTo>
                  <a:pt x="1028" y="1812"/>
                </a:lnTo>
                <a:lnTo>
                  <a:pt x="1052" y="1812"/>
                </a:lnTo>
                <a:lnTo>
                  <a:pt x="1052" y="1988"/>
                </a:lnTo>
                <a:lnTo>
                  <a:pt x="1044" y="1988"/>
                </a:lnTo>
                <a:lnTo>
                  <a:pt x="1036" y="1990"/>
                </a:lnTo>
                <a:lnTo>
                  <a:pt x="1030" y="1993"/>
                </a:lnTo>
                <a:lnTo>
                  <a:pt x="1027" y="1998"/>
                </a:lnTo>
                <a:lnTo>
                  <a:pt x="1026" y="2005"/>
                </a:lnTo>
                <a:lnTo>
                  <a:pt x="1026" y="2014"/>
                </a:lnTo>
                <a:lnTo>
                  <a:pt x="1028" y="2021"/>
                </a:lnTo>
                <a:lnTo>
                  <a:pt x="1032" y="2026"/>
                </a:lnTo>
                <a:lnTo>
                  <a:pt x="1039" y="2029"/>
                </a:lnTo>
                <a:lnTo>
                  <a:pt x="1046" y="2030"/>
                </a:lnTo>
                <a:lnTo>
                  <a:pt x="1052" y="2030"/>
                </a:lnTo>
                <a:lnTo>
                  <a:pt x="1052" y="2039"/>
                </a:lnTo>
                <a:lnTo>
                  <a:pt x="1034" y="2037"/>
                </a:lnTo>
                <a:lnTo>
                  <a:pt x="1023" y="2037"/>
                </a:lnTo>
                <a:lnTo>
                  <a:pt x="1018" y="2037"/>
                </a:lnTo>
                <a:lnTo>
                  <a:pt x="1013" y="2037"/>
                </a:lnTo>
                <a:lnTo>
                  <a:pt x="1005" y="2038"/>
                </a:lnTo>
                <a:lnTo>
                  <a:pt x="997" y="2041"/>
                </a:lnTo>
                <a:lnTo>
                  <a:pt x="990" y="2044"/>
                </a:lnTo>
                <a:lnTo>
                  <a:pt x="982" y="2050"/>
                </a:lnTo>
                <a:lnTo>
                  <a:pt x="976" y="2057"/>
                </a:lnTo>
                <a:lnTo>
                  <a:pt x="970" y="2066"/>
                </a:lnTo>
                <a:lnTo>
                  <a:pt x="967" y="2078"/>
                </a:lnTo>
                <a:lnTo>
                  <a:pt x="965" y="2092"/>
                </a:lnTo>
                <a:lnTo>
                  <a:pt x="967" y="2108"/>
                </a:lnTo>
                <a:lnTo>
                  <a:pt x="971" y="2123"/>
                </a:lnTo>
                <a:lnTo>
                  <a:pt x="980" y="2135"/>
                </a:lnTo>
                <a:lnTo>
                  <a:pt x="989" y="2145"/>
                </a:lnTo>
                <a:lnTo>
                  <a:pt x="1001" y="2154"/>
                </a:lnTo>
                <a:lnTo>
                  <a:pt x="1013" y="2163"/>
                </a:lnTo>
                <a:lnTo>
                  <a:pt x="1025" y="2171"/>
                </a:lnTo>
                <a:lnTo>
                  <a:pt x="1039" y="2179"/>
                </a:lnTo>
                <a:lnTo>
                  <a:pt x="1052" y="2187"/>
                </a:lnTo>
                <a:lnTo>
                  <a:pt x="1052" y="2787"/>
                </a:lnTo>
                <a:lnTo>
                  <a:pt x="1018" y="2786"/>
                </a:lnTo>
                <a:lnTo>
                  <a:pt x="982" y="2783"/>
                </a:lnTo>
                <a:lnTo>
                  <a:pt x="945" y="2777"/>
                </a:lnTo>
                <a:lnTo>
                  <a:pt x="907" y="2768"/>
                </a:lnTo>
                <a:lnTo>
                  <a:pt x="734" y="2699"/>
                </a:lnTo>
                <a:lnTo>
                  <a:pt x="701" y="2684"/>
                </a:lnTo>
                <a:lnTo>
                  <a:pt x="665" y="2668"/>
                </a:lnTo>
                <a:lnTo>
                  <a:pt x="630" y="2650"/>
                </a:lnTo>
                <a:lnTo>
                  <a:pt x="592" y="2630"/>
                </a:lnTo>
                <a:lnTo>
                  <a:pt x="554" y="2609"/>
                </a:lnTo>
                <a:lnTo>
                  <a:pt x="517" y="2586"/>
                </a:lnTo>
                <a:lnTo>
                  <a:pt x="479" y="2562"/>
                </a:lnTo>
                <a:lnTo>
                  <a:pt x="442" y="2537"/>
                </a:lnTo>
                <a:lnTo>
                  <a:pt x="406" y="2509"/>
                </a:lnTo>
                <a:lnTo>
                  <a:pt x="372" y="2481"/>
                </a:lnTo>
                <a:lnTo>
                  <a:pt x="340" y="2450"/>
                </a:lnTo>
                <a:lnTo>
                  <a:pt x="310" y="2418"/>
                </a:lnTo>
                <a:lnTo>
                  <a:pt x="282" y="2385"/>
                </a:lnTo>
                <a:lnTo>
                  <a:pt x="258" y="2350"/>
                </a:lnTo>
                <a:lnTo>
                  <a:pt x="237" y="2315"/>
                </a:lnTo>
                <a:lnTo>
                  <a:pt x="220" y="2277"/>
                </a:lnTo>
                <a:lnTo>
                  <a:pt x="207" y="2238"/>
                </a:lnTo>
                <a:lnTo>
                  <a:pt x="199" y="2197"/>
                </a:lnTo>
                <a:lnTo>
                  <a:pt x="196" y="2156"/>
                </a:lnTo>
                <a:lnTo>
                  <a:pt x="198" y="2113"/>
                </a:lnTo>
                <a:lnTo>
                  <a:pt x="180" y="2112"/>
                </a:lnTo>
                <a:lnTo>
                  <a:pt x="165" y="2110"/>
                </a:lnTo>
                <a:lnTo>
                  <a:pt x="153" y="2108"/>
                </a:lnTo>
                <a:lnTo>
                  <a:pt x="143" y="2103"/>
                </a:lnTo>
                <a:lnTo>
                  <a:pt x="132" y="2097"/>
                </a:lnTo>
                <a:lnTo>
                  <a:pt x="149" y="2075"/>
                </a:lnTo>
                <a:lnTo>
                  <a:pt x="198" y="2044"/>
                </a:lnTo>
                <a:lnTo>
                  <a:pt x="116" y="2037"/>
                </a:lnTo>
                <a:lnTo>
                  <a:pt x="124" y="2021"/>
                </a:lnTo>
                <a:lnTo>
                  <a:pt x="198" y="1998"/>
                </a:lnTo>
                <a:lnTo>
                  <a:pt x="124" y="1930"/>
                </a:lnTo>
                <a:lnTo>
                  <a:pt x="124" y="1922"/>
                </a:lnTo>
                <a:lnTo>
                  <a:pt x="297" y="1953"/>
                </a:lnTo>
                <a:lnTo>
                  <a:pt x="281" y="1934"/>
                </a:lnTo>
                <a:lnTo>
                  <a:pt x="267" y="1916"/>
                </a:lnTo>
                <a:lnTo>
                  <a:pt x="253" y="1899"/>
                </a:lnTo>
                <a:lnTo>
                  <a:pt x="242" y="1882"/>
                </a:lnTo>
                <a:lnTo>
                  <a:pt x="232" y="1864"/>
                </a:lnTo>
                <a:lnTo>
                  <a:pt x="225" y="1845"/>
                </a:lnTo>
                <a:lnTo>
                  <a:pt x="220" y="1827"/>
                </a:lnTo>
                <a:lnTo>
                  <a:pt x="217" y="1806"/>
                </a:lnTo>
                <a:lnTo>
                  <a:pt x="218" y="1784"/>
                </a:lnTo>
                <a:lnTo>
                  <a:pt x="223" y="1759"/>
                </a:lnTo>
                <a:lnTo>
                  <a:pt x="231" y="1732"/>
                </a:lnTo>
                <a:lnTo>
                  <a:pt x="223" y="1732"/>
                </a:lnTo>
                <a:lnTo>
                  <a:pt x="204" y="1736"/>
                </a:lnTo>
                <a:lnTo>
                  <a:pt x="183" y="1739"/>
                </a:lnTo>
                <a:lnTo>
                  <a:pt x="160" y="1741"/>
                </a:lnTo>
                <a:lnTo>
                  <a:pt x="137" y="1741"/>
                </a:lnTo>
                <a:lnTo>
                  <a:pt x="112" y="1740"/>
                </a:lnTo>
                <a:lnTo>
                  <a:pt x="89" y="1739"/>
                </a:lnTo>
                <a:lnTo>
                  <a:pt x="67" y="1735"/>
                </a:lnTo>
                <a:lnTo>
                  <a:pt x="49" y="1730"/>
                </a:lnTo>
                <a:lnTo>
                  <a:pt x="33" y="1724"/>
                </a:lnTo>
                <a:lnTo>
                  <a:pt x="41" y="1709"/>
                </a:lnTo>
                <a:lnTo>
                  <a:pt x="132" y="1671"/>
                </a:lnTo>
                <a:lnTo>
                  <a:pt x="108" y="1659"/>
                </a:lnTo>
                <a:lnTo>
                  <a:pt x="85" y="1649"/>
                </a:lnTo>
                <a:lnTo>
                  <a:pt x="64" y="1638"/>
                </a:lnTo>
                <a:lnTo>
                  <a:pt x="44" y="1627"/>
                </a:lnTo>
                <a:lnTo>
                  <a:pt x="26" y="1613"/>
                </a:lnTo>
                <a:lnTo>
                  <a:pt x="8" y="1595"/>
                </a:lnTo>
                <a:lnTo>
                  <a:pt x="124" y="1603"/>
                </a:lnTo>
                <a:lnTo>
                  <a:pt x="111" y="1585"/>
                </a:lnTo>
                <a:lnTo>
                  <a:pt x="83" y="1554"/>
                </a:lnTo>
                <a:lnTo>
                  <a:pt x="45" y="1511"/>
                </a:lnTo>
                <a:lnTo>
                  <a:pt x="34" y="1495"/>
                </a:lnTo>
                <a:lnTo>
                  <a:pt x="24" y="1478"/>
                </a:lnTo>
                <a:lnTo>
                  <a:pt x="16" y="1459"/>
                </a:lnTo>
                <a:lnTo>
                  <a:pt x="8" y="1436"/>
                </a:lnTo>
                <a:lnTo>
                  <a:pt x="3" y="1411"/>
                </a:lnTo>
                <a:lnTo>
                  <a:pt x="0" y="1382"/>
                </a:lnTo>
                <a:lnTo>
                  <a:pt x="1" y="1383"/>
                </a:lnTo>
                <a:lnTo>
                  <a:pt x="4" y="1389"/>
                </a:lnTo>
                <a:lnTo>
                  <a:pt x="8" y="1398"/>
                </a:lnTo>
                <a:lnTo>
                  <a:pt x="16" y="1409"/>
                </a:lnTo>
                <a:lnTo>
                  <a:pt x="27" y="1421"/>
                </a:lnTo>
                <a:lnTo>
                  <a:pt x="40" y="1433"/>
                </a:lnTo>
                <a:lnTo>
                  <a:pt x="60" y="1446"/>
                </a:lnTo>
                <a:lnTo>
                  <a:pt x="83" y="1458"/>
                </a:lnTo>
                <a:lnTo>
                  <a:pt x="75" y="1438"/>
                </a:lnTo>
                <a:lnTo>
                  <a:pt x="66" y="1416"/>
                </a:lnTo>
                <a:lnTo>
                  <a:pt x="56" y="1391"/>
                </a:lnTo>
                <a:lnTo>
                  <a:pt x="45" y="1366"/>
                </a:lnTo>
                <a:lnTo>
                  <a:pt x="35" y="1339"/>
                </a:lnTo>
                <a:lnTo>
                  <a:pt x="27" y="1311"/>
                </a:lnTo>
                <a:lnTo>
                  <a:pt x="19" y="1283"/>
                </a:lnTo>
                <a:lnTo>
                  <a:pt x="16" y="1255"/>
                </a:lnTo>
                <a:lnTo>
                  <a:pt x="14" y="1228"/>
                </a:lnTo>
                <a:lnTo>
                  <a:pt x="17" y="1202"/>
                </a:lnTo>
                <a:lnTo>
                  <a:pt x="25" y="1176"/>
                </a:lnTo>
                <a:lnTo>
                  <a:pt x="29" y="1196"/>
                </a:lnTo>
                <a:lnTo>
                  <a:pt x="36" y="1215"/>
                </a:lnTo>
                <a:lnTo>
                  <a:pt x="43" y="1236"/>
                </a:lnTo>
                <a:lnTo>
                  <a:pt x="52" y="1257"/>
                </a:lnTo>
                <a:lnTo>
                  <a:pt x="62" y="1277"/>
                </a:lnTo>
                <a:lnTo>
                  <a:pt x="73" y="1297"/>
                </a:lnTo>
                <a:lnTo>
                  <a:pt x="83" y="1317"/>
                </a:lnTo>
                <a:lnTo>
                  <a:pt x="94" y="1334"/>
                </a:lnTo>
                <a:lnTo>
                  <a:pt x="105" y="1351"/>
                </a:lnTo>
                <a:lnTo>
                  <a:pt x="115" y="1367"/>
                </a:lnTo>
                <a:lnTo>
                  <a:pt x="123" y="1379"/>
                </a:lnTo>
                <a:lnTo>
                  <a:pt x="130" y="1390"/>
                </a:lnTo>
                <a:lnTo>
                  <a:pt x="139" y="1403"/>
                </a:lnTo>
                <a:lnTo>
                  <a:pt x="140" y="1405"/>
                </a:lnTo>
                <a:lnTo>
                  <a:pt x="127" y="1334"/>
                </a:lnTo>
                <a:lnTo>
                  <a:pt x="118" y="1261"/>
                </a:lnTo>
                <a:lnTo>
                  <a:pt x="111" y="1186"/>
                </a:lnTo>
                <a:lnTo>
                  <a:pt x="108" y="1111"/>
                </a:lnTo>
                <a:lnTo>
                  <a:pt x="108" y="1035"/>
                </a:lnTo>
                <a:lnTo>
                  <a:pt x="112" y="960"/>
                </a:lnTo>
                <a:lnTo>
                  <a:pt x="120" y="884"/>
                </a:lnTo>
                <a:lnTo>
                  <a:pt x="132" y="811"/>
                </a:lnTo>
                <a:lnTo>
                  <a:pt x="140" y="811"/>
                </a:lnTo>
                <a:lnTo>
                  <a:pt x="138" y="883"/>
                </a:lnTo>
                <a:lnTo>
                  <a:pt x="138" y="955"/>
                </a:lnTo>
                <a:lnTo>
                  <a:pt x="138" y="1026"/>
                </a:lnTo>
                <a:lnTo>
                  <a:pt x="141" y="1098"/>
                </a:lnTo>
                <a:lnTo>
                  <a:pt x="148" y="1168"/>
                </a:lnTo>
                <a:lnTo>
                  <a:pt x="157" y="1237"/>
                </a:lnTo>
                <a:lnTo>
                  <a:pt x="157" y="1235"/>
                </a:lnTo>
                <a:lnTo>
                  <a:pt x="159" y="1226"/>
                </a:lnTo>
                <a:lnTo>
                  <a:pt x="160" y="1213"/>
                </a:lnTo>
                <a:lnTo>
                  <a:pt x="162" y="1195"/>
                </a:lnTo>
                <a:lnTo>
                  <a:pt x="166" y="1173"/>
                </a:lnTo>
                <a:lnTo>
                  <a:pt x="170" y="1147"/>
                </a:lnTo>
                <a:lnTo>
                  <a:pt x="174" y="1117"/>
                </a:lnTo>
                <a:lnTo>
                  <a:pt x="179" y="1084"/>
                </a:lnTo>
                <a:lnTo>
                  <a:pt x="185" y="1049"/>
                </a:lnTo>
                <a:lnTo>
                  <a:pt x="192" y="1011"/>
                </a:lnTo>
                <a:lnTo>
                  <a:pt x="199" y="972"/>
                </a:lnTo>
                <a:lnTo>
                  <a:pt x="206" y="932"/>
                </a:lnTo>
                <a:lnTo>
                  <a:pt x="214" y="889"/>
                </a:lnTo>
                <a:lnTo>
                  <a:pt x="224" y="847"/>
                </a:lnTo>
                <a:lnTo>
                  <a:pt x="244" y="761"/>
                </a:lnTo>
                <a:lnTo>
                  <a:pt x="255" y="718"/>
                </a:lnTo>
                <a:lnTo>
                  <a:pt x="266" y="677"/>
                </a:lnTo>
                <a:lnTo>
                  <a:pt x="278" y="637"/>
                </a:lnTo>
                <a:lnTo>
                  <a:pt x="291" y="599"/>
                </a:lnTo>
                <a:lnTo>
                  <a:pt x="304" y="563"/>
                </a:lnTo>
                <a:lnTo>
                  <a:pt x="318" y="529"/>
                </a:lnTo>
                <a:lnTo>
                  <a:pt x="333" y="498"/>
                </a:lnTo>
                <a:lnTo>
                  <a:pt x="347" y="470"/>
                </a:lnTo>
                <a:lnTo>
                  <a:pt x="363" y="446"/>
                </a:lnTo>
                <a:lnTo>
                  <a:pt x="352" y="497"/>
                </a:lnTo>
                <a:lnTo>
                  <a:pt x="341" y="544"/>
                </a:lnTo>
                <a:lnTo>
                  <a:pt x="329" y="589"/>
                </a:lnTo>
                <a:lnTo>
                  <a:pt x="318" y="632"/>
                </a:lnTo>
                <a:lnTo>
                  <a:pt x="307" y="675"/>
                </a:lnTo>
                <a:lnTo>
                  <a:pt x="295" y="717"/>
                </a:lnTo>
                <a:lnTo>
                  <a:pt x="285" y="760"/>
                </a:lnTo>
                <a:lnTo>
                  <a:pt x="275" y="805"/>
                </a:lnTo>
                <a:lnTo>
                  <a:pt x="265" y="852"/>
                </a:lnTo>
                <a:lnTo>
                  <a:pt x="256" y="903"/>
                </a:lnTo>
                <a:lnTo>
                  <a:pt x="247" y="957"/>
                </a:lnTo>
                <a:lnTo>
                  <a:pt x="239" y="1016"/>
                </a:lnTo>
                <a:lnTo>
                  <a:pt x="247" y="1014"/>
                </a:lnTo>
                <a:lnTo>
                  <a:pt x="260" y="1010"/>
                </a:lnTo>
                <a:lnTo>
                  <a:pt x="277" y="1006"/>
                </a:lnTo>
                <a:lnTo>
                  <a:pt x="295" y="1003"/>
                </a:lnTo>
                <a:lnTo>
                  <a:pt x="334" y="994"/>
                </a:lnTo>
                <a:lnTo>
                  <a:pt x="352" y="990"/>
                </a:lnTo>
                <a:lnTo>
                  <a:pt x="369" y="987"/>
                </a:lnTo>
                <a:lnTo>
                  <a:pt x="382" y="983"/>
                </a:lnTo>
                <a:lnTo>
                  <a:pt x="391" y="981"/>
                </a:lnTo>
                <a:lnTo>
                  <a:pt x="396" y="978"/>
                </a:lnTo>
                <a:lnTo>
                  <a:pt x="420" y="939"/>
                </a:lnTo>
                <a:lnTo>
                  <a:pt x="444" y="895"/>
                </a:lnTo>
                <a:lnTo>
                  <a:pt x="468" y="849"/>
                </a:lnTo>
                <a:lnTo>
                  <a:pt x="493" y="799"/>
                </a:lnTo>
                <a:lnTo>
                  <a:pt x="518" y="747"/>
                </a:lnTo>
                <a:lnTo>
                  <a:pt x="543" y="694"/>
                </a:lnTo>
                <a:lnTo>
                  <a:pt x="588" y="587"/>
                </a:lnTo>
                <a:lnTo>
                  <a:pt x="608" y="535"/>
                </a:lnTo>
                <a:lnTo>
                  <a:pt x="628" y="485"/>
                </a:lnTo>
                <a:lnTo>
                  <a:pt x="645" y="438"/>
                </a:lnTo>
                <a:lnTo>
                  <a:pt x="660" y="393"/>
                </a:lnTo>
                <a:lnTo>
                  <a:pt x="653" y="427"/>
                </a:lnTo>
                <a:lnTo>
                  <a:pt x="648" y="458"/>
                </a:lnTo>
                <a:lnTo>
                  <a:pt x="643" y="484"/>
                </a:lnTo>
                <a:lnTo>
                  <a:pt x="638" y="507"/>
                </a:lnTo>
                <a:lnTo>
                  <a:pt x="633" y="526"/>
                </a:lnTo>
                <a:lnTo>
                  <a:pt x="630" y="545"/>
                </a:lnTo>
                <a:lnTo>
                  <a:pt x="625" y="562"/>
                </a:lnTo>
                <a:lnTo>
                  <a:pt x="616" y="594"/>
                </a:lnTo>
                <a:lnTo>
                  <a:pt x="611" y="611"/>
                </a:lnTo>
                <a:lnTo>
                  <a:pt x="606" y="630"/>
                </a:lnTo>
                <a:lnTo>
                  <a:pt x="594" y="674"/>
                </a:lnTo>
                <a:lnTo>
                  <a:pt x="616" y="675"/>
                </a:lnTo>
                <a:lnTo>
                  <a:pt x="634" y="678"/>
                </a:lnTo>
                <a:lnTo>
                  <a:pt x="650" y="682"/>
                </a:lnTo>
                <a:lnTo>
                  <a:pt x="663" y="688"/>
                </a:lnTo>
                <a:lnTo>
                  <a:pt x="674" y="695"/>
                </a:lnTo>
                <a:lnTo>
                  <a:pt x="685" y="702"/>
                </a:lnTo>
                <a:lnTo>
                  <a:pt x="696" y="710"/>
                </a:lnTo>
                <a:lnTo>
                  <a:pt x="709" y="719"/>
                </a:lnTo>
                <a:lnTo>
                  <a:pt x="729" y="694"/>
                </a:lnTo>
                <a:lnTo>
                  <a:pt x="747" y="667"/>
                </a:lnTo>
                <a:lnTo>
                  <a:pt x="761" y="638"/>
                </a:lnTo>
                <a:lnTo>
                  <a:pt x="773" y="608"/>
                </a:lnTo>
                <a:lnTo>
                  <a:pt x="783" y="576"/>
                </a:lnTo>
                <a:lnTo>
                  <a:pt x="792" y="543"/>
                </a:lnTo>
                <a:lnTo>
                  <a:pt x="799" y="509"/>
                </a:lnTo>
                <a:lnTo>
                  <a:pt x="807" y="475"/>
                </a:lnTo>
                <a:lnTo>
                  <a:pt x="815" y="441"/>
                </a:lnTo>
                <a:lnTo>
                  <a:pt x="823" y="407"/>
                </a:lnTo>
                <a:lnTo>
                  <a:pt x="833" y="373"/>
                </a:lnTo>
                <a:lnTo>
                  <a:pt x="844" y="340"/>
                </a:lnTo>
                <a:lnTo>
                  <a:pt x="858" y="309"/>
                </a:lnTo>
                <a:lnTo>
                  <a:pt x="858" y="408"/>
                </a:lnTo>
                <a:lnTo>
                  <a:pt x="873" y="414"/>
                </a:lnTo>
                <a:lnTo>
                  <a:pt x="891" y="422"/>
                </a:lnTo>
                <a:lnTo>
                  <a:pt x="924" y="440"/>
                </a:lnTo>
                <a:lnTo>
                  <a:pt x="940" y="450"/>
                </a:lnTo>
                <a:lnTo>
                  <a:pt x="956" y="461"/>
                </a:lnTo>
                <a:lnTo>
                  <a:pt x="970" y="471"/>
                </a:lnTo>
                <a:lnTo>
                  <a:pt x="981" y="480"/>
                </a:lnTo>
                <a:lnTo>
                  <a:pt x="991" y="488"/>
                </a:lnTo>
                <a:lnTo>
                  <a:pt x="1000" y="494"/>
                </a:lnTo>
                <a:lnTo>
                  <a:pt x="1004" y="498"/>
                </a:lnTo>
                <a:lnTo>
                  <a:pt x="1006" y="499"/>
                </a:lnTo>
                <a:lnTo>
                  <a:pt x="1002" y="434"/>
                </a:lnTo>
                <a:lnTo>
                  <a:pt x="1003" y="369"/>
                </a:lnTo>
                <a:lnTo>
                  <a:pt x="1008" y="305"/>
                </a:lnTo>
                <a:lnTo>
                  <a:pt x="1016" y="241"/>
                </a:lnTo>
                <a:lnTo>
                  <a:pt x="1025" y="179"/>
                </a:lnTo>
                <a:lnTo>
                  <a:pt x="1035" y="118"/>
                </a:lnTo>
                <a:lnTo>
                  <a:pt x="1044" y="58"/>
                </a:lnTo>
                <a:lnTo>
                  <a:pt x="1050" y="0"/>
                </a:lnTo>
                <a:close/>
              </a:path>
            </a:pathLst>
          </a:custGeom>
          <a:solidFill>
            <a:srgbClr val="466571">
              <a:alpha val="7059"/>
            </a:srgbClr>
          </a:solidFill>
          <a:ln w="25400" cap="sq" cmpd="sng" algn="ctr">
            <a:noFill/>
            <a:prstDash val="solid"/>
            <a:headEnd type="none" w="med" len="med"/>
            <a:tailEnd type="none" w="med" len="med"/>
          </a:ln>
          <a:effectLst>
            <a:innerShdw blurRad="50800" dist="50800" dir="13500000">
              <a:srgbClr val="000000">
                <a:alpha val="43137"/>
              </a:srgbClr>
            </a:inn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anchor="t" compatLnSpc="1"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lang="ko-KR" altLang="en-US" sz="1000">
              <a:solidFill>
                <a:srgbClr val="FFFFFF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09468"/>
            <a:ext cx="7772400" cy="1470025"/>
          </a:xfrm>
          <a:prstGeom prst="rect">
            <a:avLst/>
          </a:prstGeom>
        </p:spPr>
        <p:txBody>
          <a:bodyPr anchor="b"/>
          <a:lstStyle>
            <a:lvl1pPr algn="r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023248" y="3886200"/>
            <a:ext cx="5414978" cy="104299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i="1">
                <a:solidFill>
                  <a:schemeClr val="tx1">
                    <a:tint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72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6870E2A8-813E-48DD-A79A-84CAA5BE3285}" type="datetimeFigureOut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2015-07-01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72"/>
            <a:ext cx="2895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72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EC314459-F1AD-4AF1-ACCF-5C4F00218361}" type="slidenum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‹#›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636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60"/>
          <p:cNvGraphicFramePr>
            <a:graphicFrameLocks noChangeAspect="1"/>
          </p:cNvGraphicFramePr>
          <p:nvPr/>
        </p:nvGraphicFramePr>
        <p:xfrm>
          <a:off x="171451" y="6411930"/>
          <a:ext cx="35169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7" name="패키지" r:id="rId3" imgW="380880" imgH="485640" progId="Package">
                  <p:embed/>
                </p:oleObj>
              </mc:Choice>
              <mc:Fallback>
                <p:oleObj name="패키지" r:id="rId3" imgW="380880" imgH="485640" progId="Pack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1" y="6411930"/>
                        <a:ext cx="35169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064"/>
          <p:cNvSpPr>
            <a:spLocks noChangeArrowheads="1"/>
          </p:cNvSpPr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gradFill rotWithShape="0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6927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0627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435" y="4406917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126125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3" y="1600206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2338" y="1600206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6750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278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278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1952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3574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7118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7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538" y="273067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7" y="1435103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705828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5801634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1014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55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7" y="274655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0610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 noEditPoints="1"/>
          </p:cNvSpPr>
          <p:nvPr/>
        </p:nvSpPr>
        <p:spPr bwMode="blackGray">
          <a:xfrm>
            <a:off x="6820592" y="428628"/>
            <a:ext cx="2323440" cy="6000768"/>
          </a:xfrm>
          <a:custGeom>
            <a:avLst/>
            <a:gdLst/>
            <a:ahLst/>
            <a:cxnLst>
              <a:cxn ang="0">
                <a:pos x="487" y="2402"/>
              </a:cxn>
              <a:cxn ang="0">
                <a:pos x="608" y="2460"/>
              </a:cxn>
              <a:cxn ang="0">
                <a:pos x="610" y="2554"/>
              </a:cxn>
              <a:cxn ang="0">
                <a:pos x="893" y="2559"/>
              </a:cxn>
              <a:cxn ang="0">
                <a:pos x="772" y="2424"/>
              </a:cxn>
              <a:cxn ang="0">
                <a:pos x="334" y="2346"/>
              </a:cxn>
              <a:cxn ang="0">
                <a:pos x="447" y="2270"/>
              </a:cxn>
              <a:cxn ang="0">
                <a:pos x="696" y="2192"/>
              </a:cxn>
              <a:cxn ang="0">
                <a:pos x="801" y="2254"/>
              </a:cxn>
              <a:cxn ang="0">
                <a:pos x="914" y="2229"/>
              </a:cxn>
              <a:cxn ang="0">
                <a:pos x="996" y="2221"/>
              </a:cxn>
              <a:cxn ang="0">
                <a:pos x="833" y="2000"/>
              </a:cxn>
              <a:cxn ang="0">
                <a:pos x="891" y="2021"/>
              </a:cxn>
              <a:cxn ang="0">
                <a:pos x="603" y="1981"/>
              </a:cxn>
              <a:cxn ang="0">
                <a:pos x="334" y="2185"/>
              </a:cxn>
              <a:cxn ang="0">
                <a:pos x="415" y="2205"/>
              </a:cxn>
              <a:cxn ang="0">
                <a:pos x="568" y="2097"/>
              </a:cxn>
              <a:cxn ang="0">
                <a:pos x="923" y="1962"/>
              </a:cxn>
              <a:cxn ang="0">
                <a:pos x="707" y="1856"/>
              </a:cxn>
              <a:cxn ang="0">
                <a:pos x="783" y="1877"/>
              </a:cxn>
              <a:cxn ang="0">
                <a:pos x="1024" y="1938"/>
              </a:cxn>
              <a:cxn ang="0">
                <a:pos x="714" y="1767"/>
              </a:cxn>
              <a:cxn ang="0">
                <a:pos x="773" y="1779"/>
              </a:cxn>
              <a:cxn ang="0">
                <a:pos x="321" y="1789"/>
              </a:cxn>
              <a:cxn ang="0">
                <a:pos x="478" y="1916"/>
              </a:cxn>
              <a:cxn ang="0">
                <a:pos x="561" y="1954"/>
              </a:cxn>
              <a:cxn ang="0">
                <a:pos x="429" y="1744"/>
              </a:cxn>
              <a:cxn ang="0">
                <a:pos x="618" y="1731"/>
              </a:cxn>
              <a:cxn ang="0">
                <a:pos x="964" y="1657"/>
              </a:cxn>
              <a:cxn ang="0">
                <a:pos x="499" y="1689"/>
              </a:cxn>
              <a:cxn ang="0">
                <a:pos x="696" y="1680"/>
              </a:cxn>
              <a:cxn ang="0">
                <a:pos x="886" y="1764"/>
              </a:cxn>
              <a:cxn ang="0">
                <a:pos x="363" y="1496"/>
              </a:cxn>
              <a:cxn ang="0">
                <a:pos x="808" y="1481"/>
              </a:cxn>
              <a:cxn ang="0">
                <a:pos x="681" y="1492"/>
              </a:cxn>
              <a:cxn ang="0">
                <a:pos x="956" y="1592"/>
              </a:cxn>
              <a:cxn ang="0">
                <a:pos x="781" y="1312"/>
              </a:cxn>
              <a:cxn ang="0">
                <a:pos x="247" y="1405"/>
              </a:cxn>
              <a:cxn ang="0">
                <a:pos x="959" y="1228"/>
              </a:cxn>
              <a:cxn ang="0">
                <a:pos x="969" y="1142"/>
              </a:cxn>
              <a:cxn ang="0">
                <a:pos x="313" y="1025"/>
              </a:cxn>
              <a:cxn ang="0">
                <a:pos x="305" y="1085"/>
              </a:cxn>
              <a:cxn ang="0">
                <a:pos x="952" y="970"/>
              </a:cxn>
              <a:cxn ang="0">
                <a:pos x="915" y="820"/>
              </a:cxn>
              <a:cxn ang="0">
                <a:pos x="1029" y="881"/>
              </a:cxn>
              <a:cxn ang="0">
                <a:pos x="572" y="977"/>
              </a:cxn>
              <a:cxn ang="0">
                <a:pos x="643" y="757"/>
              </a:cxn>
              <a:cxn ang="0">
                <a:pos x="849" y="1016"/>
              </a:cxn>
              <a:cxn ang="0">
                <a:pos x="825" y="559"/>
              </a:cxn>
              <a:cxn ang="0">
                <a:pos x="1014" y="978"/>
              </a:cxn>
              <a:cxn ang="0">
                <a:pos x="985" y="1730"/>
              </a:cxn>
              <a:cxn ang="0">
                <a:pos x="1046" y="2030"/>
              </a:cxn>
              <a:cxn ang="0">
                <a:pos x="982" y="2783"/>
              </a:cxn>
              <a:cxn ang="0">
                <a:pos x="153" y="2108"/>
              </a:cxn>
              <a:cxn ang="0">
                <a:pos x="137" y="1741"/>
              </a:cxn>
              <a:cxn ang="0">
                <a:pos x="8" y="1398"/>
              </a:cxn>
              <a:cxn ang="0">
                <a:pos x="115" y="1367"/>
              </a:cxn>
              <a:cxn ang="0">
                <a:pos x="174" y="1117"/>
              </a:cxn>
              <a:cxn ang="0">
                <a:pos x="265" y="852"/>
              </a:cxn>
              <a:cxn ang="0">
                <a:pos x="648" y="458"/>
              </a:cxn>
              <a:cxn ang="0">
                <a:pos x="815" y="441"/>
              </a:cxn>
            </a:cxnLst>
            <a:rect l="0" t="0" r="0" b="0"/>
            <a:pathLst>
              <a:path w="1052" h="2787">
                <a:moveTo>
                  <a:pt x="957" y="2608"/>
                </a:moveTo>
                <a:lnTo>
                  <a:pt x="945" y="2627"/>
                </a:lnTo>
                <a:lnTo>
                  <a:pt x="934" y="2646"/>
                </a:lnTo>
                <a:lnTo>
                  <a:pt x="922" y="2665"/>
                </a:lnTo>
                <a:lnTo>
                  <a:pt x="907" y="2684"/>
                </a:lnTo>
                <a:lnTo>
                  <a:pt x="910" y="2684"/>
                </a:lnTo>
                <a:lnTo>
                  <a:pt x="916" y="2685"/>
                </a:lnTo>
                <a:lnTo>
                  <a:pt x="926" y="2686"/>
                </a:lnTo>
                <a:lnTo>
                  <a:pt x="938" y="2688"/>
                </a:lnTo>
                <a:lnTo>
                  <a:pt x="952" y="2690"/>
                </a:lnTo>
                <a:lnTo>
                  <a:pt x="966" y="2693"/>
                </a:lnTo>
                <a:lnTo>
                  <a:pt x="979" y="2696"/>
                </a:lnTo>
                <a:lnTo>
                  <a:pt x="990" y="2699"/>
                </a:lnTo>
                <a:lnTo>
                  <a:pt x="989" y="2696"/>
                </a:lnTo>
                <a:lnTo>
                  <a:pt x="987" y="2691"/>
                </a:lnTo>
                <a:lnTo>
                  <a:pt x="983" y="2681"/>
                </a:lnTo>
                <a:lnTo>
                  <a:pt x="980" y="2670"/>
                </a:lnTo>
                <a:lnTo>
                  <a:pt x="975" y="2658"/>
                </a:lnTo>
                <a:lnTo>
                  <a:pt x="970" y="2644"/>
                </a:lnTo>
                <a:lnTo>
                  <a:pt x="965" y="2630"/>
                </a:lnTo>
                <a:lnTo>
                  <a:pt x="957" y="2608"/>
                </a:lnTo>
                <a:close/>
                <a:moveTo>
                  <a:pt x="454" y="2402"/>
                </a:moveTo>
                <a:lnTo>
                  <a:pt x="421" y="2410"/>
                </a:lnTo>
                <a:lnTo>
                  <a:pt x="470" y="2463"/>
                </a:lnTo>
                <a:lnTo>
                  <a:pt x="478" y="2463"/>
                </a:lnTo>
                <a:lnTo>
                  <a:pt x="487" y="2402"/>
                </a:lnTo>
                <a:lnTo>
                  <a:pt x="454" y="2402"/>
                </a:lnTo>
                <a:close/>
                <a:moveTo>
                  <a:pt x="758" y="2306"/>
                </a:moveTo>
                <a:lnTo>
                  <a:pt x="731" y="2308"/>
                </a:lnTo>
                <a:lnTo>
                  <a:pt x="706" y="2312"/>
                </a:lnTo>
                <a:lnTo>
                  <a:pt x="680" y="2317"/>
                </a:lnTo>
                <a:lnTo>
                  <a:pt x="654" y="2324"/>
                </a:lnTo>
                <a:lnTo>
                  <a:pt x="630" y="2334"/>
                </a:lnTo>
                <a:lnTo>
                  <a:pt x="608" y="2344"/>
                </a:lnTo>
                <a:lnTo>
                  <a:pt x="588" y="2355"/>
                </a:lnTo>
                <a:lnTo>
                  <a:pt x="570" y="2367"/>
                </a:lnTo>
                <a:lnTo>
                  <a:pt x="555" y="2382"/>
                </a:lnTo>
                <a:lnTo>
                  <a:pt x="543" y="2396"/>
                </a:lnTo>
                <a:lnTo>
                  <a:pt x="535" y="2412"/>
                </a:lnTo>
                <a:lnTo>
                  <a:pt x="531" y="2428"/>
                </a:lnTo>
                <a:lnTo>
                  <a:pt x="531" y="2445"/>
                </a:lnTo>
                <a:lnTo>
                  <a:pt x="536" y="2463"/>
                </a:lnTo>
                <a:lnTo>
                  <a:pt x="545" y="2477"/>
                </a:lnTo>
                <a:lnTo>
                  <a:pt x="555" y="2487"/>
                </a:lnTo>
                <a:lnTo>
                  <a:pt x="567" y="2493"/>
                </a:lnTo>
                <a:lnTo>
                  <a:pt x="580" y="2497"/>
                </a:lnTo>
                <a:lnTo>
                  <a:pt x="592" y="2496"/>
                </a:lnTo>
                <a:lnTo>
                  <a:pt x="604" y="2493"/>
                </a:lnTo>
                <a:lnTo>
                  <a:pt x="614" y="2486"/>
                </a:lnTo>
                <a:lnTo>
                  <a:pt x="622" y="2476"/>
                </a:lnTo>
                <a:lnTo>
                  <a:pt x="627" y="2463"/>
                </a:lnTo>
                <a:lnTo>
                  <a:pt x="608" y="2460"/>
                </a:lnTo>
                <a:lnTo>
                  <a:pt x="596" y="2458"/>
                </a:lnTo>
                <a:lnTo>
                  <a:pt x="586" y="2454"/>
                </a:lnTo>
                <a:lnTo>
                  <a:pt x="580" y="2448"/>
                </a:lnTo>
                <a:lnTo>
                  <a:pt x="577" y="2439"/>
                </a:lnTo>
                <a:lnTo>
                  <a:pt x="578" y="2427"/>
                </a:lnTo>
                <a:lnTo>
                  <a:pt x="584" y="2416"/>
                </a:lnTo>
                <a:lnTo>
                  <a:pt x="592" y="2405"/>
                </a:lnTo>
                <a:lnTo>
                  <a:pt x="603" y="2397"/>
                </a:lnTo>
                <a:lnTo>
                  <a:pt x="615" y="2391"/>
                </a:lnTo>
                <a:lnTo>
                  <a:pt x="629" y="2387"/>
                </a:lnTo>
                <a:lnTo>
                  <a:pt x="642" y="2386"/>
                </a:lnTo>
                <a:lnTo>
                  <a:pt x="656" y="2388"/>
                </a:lnTo>
                <a:lnTo>
                  <a:pt x="670" y="2394"/>
                </a:lnTo>
                <a:lnTo>
                  <a:pt x="682" y="2404"/>
                </a:lnTo>
                <a:lnTo>
                  <a:pt x="693" y="2417"/>
                </a:lnTo>
                <a:lnTo>
                  <a:pt x="696" y="2425"/>
                </a:lnTo>
                <a:lnTo>
                  <a:pt x="698" y="2435"/>
                </a:lnTo>
                <a:lnTo>
                  <a:pt x="698" y="2447"/>
                </a:lnTo>
                <a:lnTo>
                  <a:pt x="696" y="2460"/>
                </a:lnTo>
                <a:lnTo>
                  <a:pt x="693" y="2474"/>
                </a:lnTo>
                <a:lnTo>
                  <a:pt x="686" y="2489"/>
                </a:lnTo>
                <a:lnTo>
                  <a:pt x="677" y="2504"/>
                </a:lnTo>
                <a:lnTo>
                  <a:pt x="666" y="2518"/>
                </a:lnTo>
                <a:lnTo>
                  <a:pt x="651" y="2531"/>
                </a:lnTo>
                <a:lnTo>
                  <a:pt x="632" y="2544"/>
                </a:lnTo>
                <a:lnTo>
                  <a:pt x="610" y="2554"/>
                </a:lnTo>
                <a:lnTo>
                  <a:pt x="631" y="2570"/>
                </a:lnTo>
                <a:lnTo>
                  <a:pt x="653" y="2584"/>
                </a:lnTo>
                <a:lnTo>
                  <a:pt x="677" y="2597"/>
                </a:lnTo>
                <a:lnTo>
                  <a:pt x="700" y="2610"/>
                </a:lnTo>
                <a:lnTo>
                  <a:pt x="724" y="2622"/>
                </a:lnTo>
                <a:lnTo>
                  <a:pt x="747" y="2632"/>
                </a:lnTo>
                <a:lnTo>
                  <a:pt x="769" y="2642"/>
                </a:lnTo>
                <a:lnTo>
                  <a:pt x="790" y="2650"/>
                </a:lnTo>
                <a:lnTo>
                  <a:pt x="808" y="2658"/>
                </a:lnTo>
                <a:lnTo>
                  <a:pt x="838" y="2667"/>
                </a:lnTo>
                <a:lnTo>
                  <a:pt x="849" y="2669"/>
                </a:lnTo>
                <a:lnTo>
                  <a:pt x="855" y="2669"/>
                </a:lnTo>
                <a:lnTo>
                  <a:pt x="858" y="2669"/>
                </a:lnTo>
                <a:lnTo>
                  <a:pt x="860" y="2660"/>
                </a:lnTo>
                <a:lnTo>
                  <a:pt x="862" y="2650"/>
                </a:lnTo>
                <a:lnTo>
                  <a:pt x="867" y="2637"/>
                </a:lnTo>
                <a:lnTo>
                  <a:pt x="872" y="2625"/>
                </a:lnTo>
                <a:lnTo>
                  <a:pt x="878" y="2610"/>
                </a:lnTo>
                <a:lnTo>
                  <a:pt x="884" y="2597"/>
                </a:lnTo>
                <a:lnTo>
                  <a:pt x="890" y="2584"/>
                </a:lnTo>
                <a:lnTo>
                  <a:pt x="895" y="2572"/>
                </a:lnTo>
                <a:lnTo>
                  <a:pt x="900" y="2561"/>
                </a:lnTo>
                <a:lnTo>
                  <a:pt x="904" y="2553"/>
                </a:lnTo>
                <a:lnTo>
                  <a:pt x="906" y="2548"/>
                </a:lnTo>
                <a:lnTo>
                  <a:pt x="907" y="2547"/>
                </a:lnTo>
                <a:lnTo>
                  <a:pt x="893" y="2559"/>
                </a:lnTo>
                <a:lnTo>
                  <a:pt x="880" y="2568"/>
                </a:lnTo>
                <a:lnTo>
                  <a:pt x="864" y="2572"/>
                </a:lnTo>
                <a:lnTo>
                  <a:pt x="848" y="2574"/>
                </a:lnTo>
                <a:lnTo>
                  <a:pt x="829" y="2573"/>
                </a:lnTo>
                <a:lnTo>
                  <a:pt x="810" y="2571"/>
                </a:lnTo>
                <a:lnTo>
                  <a:pt x="790" y="2570"/>
                </a:lnTo>
                <a:lnTo>
                  <a:pt x="767" y="2570"/>
                </a:lnTo>
                <a:lnTo>
                  <a:pt x="769" y="2567"/>
                </a:lnTo>
                <a:lnTo>
                  <a:pt x="774" y="2561"/>
                </a:lnTo>
                <a:lnTo>
                  <a:pt x="783" y="2554"/>
                </a:lnTo>
                <a:lnTo>
                  <a:pt x="792" y="2545"/>
                </a:lnTo>
                <a:lnTo>
                  <a:pt x="804" y="2535"/>
                </a:lnTo>
                <a:lnTo>
                  <a:pt x="816" y="2524"/>
                </a:lnTo>
                <a:lnTo>
                  <a:pt x="829" y="2513"/>
                </a:lnTo>
                <a:lnTo>
                  <a:pt x="842" y="2501"/>
                </a:lnTo>
                <a:lnTo>
                  <a:pt x="856" y="2490"/>
                </a:lnTo>
                <a:lnTo>
                  <a:pt x="880" y="2470"/>
                </a:lnTo>
                <a:lnTo>
                  <a:pt x="889" y="2462"/>
                </a:lnTo>
                <a:lnTo>
                  <a:pt x="896" y="2455"/>
                </a:lnTo>
                <a:lnTo>
                  <a:pt x="901" y="2452"/>
                </a:lnTo>
                <a:lnTo>
                  <a:pt x="903" y="2450"/>
                </a:lnTo>
                <a:lnTo>
                  <a:pt x="876" y="2452"/>
                </a:lnTo>
                <a:lnTo>
                  <a:pt x="853" y="2451"/>
                </a:lnTo>
                <a:lnTo>
                  <a:pt x="833" y="2450"/>
                </a:lnTo>
                <a:lnTo>
                  <a:pt x="767" y="2440"/>
                </a:lnTo>
                <a:lnTo>
                  <a:pt x="772" y="2424"/>
                </a:lnTo>
                <a:lnTo>
                  <a:pt x="781" y="2409"/>
                </a:lnTo>
                <a:lnTo>
                  <a:pt x="794" y="2397"/>
                </a:lnTo>
                <a:lnTo>
                  <a:pt x="809" y="2386"/>
                </a:lnTo>
                <a:lnTo>
                  <a:pt x="827" y="2377"/>
                </a:lnTo>
                <a:lnTo>
                  <a:pt x="846" y="2372"/>
                </a:lnTo>
                <a:lnTo>
                  <a:pt x="864" y="2367"/>
                </a:lnTo>
                <a:lnTo>
                  <a:pt x="882" y="2366"/>
                </a:lnTo>
                <a:lnTo>
                  <a:pt x="900" y="2367"/>
                </a:lnTo>
                <a:lnTo>
                  <a:pt x="915" y="2372"/>
                </a:lnTo>
                <a:lnTo>
                  <a:pt x="904" y="2355"/>
                </a:lnTo>
                <a:lnTo>
                  <a:pt x="891" y="2340"/>
                </a:lnTo>
                <a:lnTo>
                  <a:pt x="873" y="2328"/>
                </a:lnTo>
                <a:lnTo>
                  <a:pt x="853" y="2319"/>
                </a:lnTo>
                <a:lnTo>
                  <a:pt x="832" y="2313"/>
                </a:lnTo>
                <a:lnTo>
                  <a:pt x="808" y="2308"/>
                </a:lnTo>
                <a:lnTo>
                  <a:pt x="783" y="2306"/>
                </a:lnTo>
                <a:lnTo>
                  <a:pt x="758" y="2306"/>
                </a:lnTo>
                <a:close/>
                <a:moveTo>
                  <a:pt x="371" y="2235"/>
                </a:moveTo>
                <a:lnTo>
                  <a:pt x="339" y="2240"/>
                </a:lnTo>
                <a:lnTo>
                  <a:pt x="299" y="2249"/>
                </a:lnTo>
                <a:lnTo>
                  <a:pt x="280" y="2253"/>
                </a:lnTo>
                <a:lnTo>
                  <a:pt x="264" y="2257"/>
                </a:lnTo>
                <a:lnTo>
                  <a:pt x="279" y="2280"/>
                </a:lnTo>
                <a:lnTo>
                  <a:pt x="295" y="2303"/>
                </a:lnTo>
                <a:lnTo>
                  <a:pt x="313" y="2325"/>
                </a:lnTo>
                <a:lnTo>
                  <a:pt x="334" y="2346"/>
                </a:lnTo>
                <a:lnTo>
                  <a:pt x="356" y="2365"/>
                </a:lnTo>
                <a:lnTo>
                  <a:pt x="379" y="2382"/>
                </a:lnTo>
                <a:lnTo>
                  <a:pt x="404" y="2394"/>
                </a:lnTo>
                <a:lnTo>
                  <a:pt x="411" y="2387"/>
                </a:lnTo>
                <a:lnTo>
                  <a:pt x="428" y="2370"/>
                </a:lnTo>
                <a:lnTo>
                  <a:pt x="436" y="2361"/>
                </a:lnTo>
                <a:lnTo>
                  <a:pt x="444" y="2352"/>
                </a:lnTo>
                <a:lnTo>
                  <a:pt x="452" y="2345"/>
                </a:lnTo>
                <a:lnTo>
                  <a:pt x="457" y="2339"/>
                </a:lnTo>
                <a:lnTo>
                  <a:pt x="461" y="2335"/>
                </a:lnTo>
                <a:lnTo>
                  <a:pt x="462" y="2334"/>
                </a:lnTo>
                <a:lnTo>
                  <a:pt x="444" y="2336"/>
                </a:lnTo>
                <a:lnTo>
                  <a:pt x="430" y="2337"/>
                </a:lnTo>
                <a:lnTo>
                  <a:pt x="417" y="2335"/>
                </a:lnTo>
                <a:lnTo>
                  <a:pt x="405" y="2334"/>
                </a:lnTo>
                <a:lnTo>
                  <a:pt x="394" y="2330"/>
                </a:lnTo>
                <a:lnTo>
                  <a:pt x="383" y="2328"/>
                </a:lnTo>
                <a:lnTo>
                  <a:pt x="371" y="2326"/>
                </a:lnTo>
                <a:lnTo>
                  <a:pt x="373" y="2318"/>
                </a:lnTo>
                <a:lnTo>
                  <a:pt x="375" y="2309"/>
                </a:lnTo>
                <a:lnTo>
                  <a:pt x="379" y="2298"/>
                </a:lnTo>
                <a:lnTo>
                  <a:pt x="387" y="2288"/>
                </a:lnTo>
                <a:lnTo>
                  <a:pt x="395" y="2282"/>
                </a:lnTo>
                <a:lnTo>
                  <a:pt x="405" y="2279"/>
                </a:lnTo>
                <a:lnTo>
                  <a:pt x="433" y="2273"/>
                </a:lnTo>
                <a:lnTo>
                  <a:pt x="447" y="2270"/>
                </a:lnTo>
                <a:lnTo>
                  <a:pt x="462" y="2265"/>
                </a:lnTo>
                <a:lnTo>
                  <a:pt x="446" y="2259"/>
                </a:lnTo>
                <a:lnTo>
                  <a:pt x="432" y="2251"/>
                </a:lnTo>
                <a:lnTo>
                  <a:pt x="416" y="2244"/>
                </a:lnTo>
                <a:lnTo>
                  <a:pt x="401" y="2238"/>
                </a:lnTo>
                <a:lnTo>
                  <a:pt x="386" y="2235"/>
                </a:lnTo>
                <a:lnTo>
                  <a:pt x="371" y="2235"/>
                </a:lnTo>
                <a:close/>
                <a:moveTo>
                  <a:pt x="926" y="2137"/>
                </a:moveTo>
                <a:lnTo>
                  <a:pt x="915" y="2146"/>
                </a:lnTo>
                <a:lnTo>
                  <a:pt x="900" y="2155"/>
                </a:lnTo>
                <a:lnTo>
                  <a:pt x="883" y="2167"/>
                </a:lnTo>
                <a:lnTo>
                  <a:pt x="866" y="2179"/>
                </a:lnTo>
                <a:lnTo>
                  <a:pt x="829" y="2202"/>
                </a:lnTo>
                <a:lnTo>
                  <a:pt x="811" y="2213"/>
                </a:lnTo>
                <a:lnTo>
                  <a:pt x="794" y="2224"/>
                </a:lnTo>
                <a:lnTo>
                  <a:pt x="776" y="2231"/>
                </a:lnTo>
                <a:lnTo>
                  <a:pt x="762" y="2236"/>
                </a:lnTo>
                <a:lnTo>
                  <a:pt x="748" y="2238"/>
                </a:lnTo>
                <a:lnTo>
                  <a:pt x="731" y="2237"/>
                </a:lnTo>
                <a:lnTo>
                  <a:pt x="718" y="2235"/>
                </a:lnTo>
                <a:lnTo>
                  <a:pt x="709" y="2231"/>
                </a:lnTo>
                <a:lnTo>
                  <a:pt x="702" y="2225"/>
                </a:lnTo>
                <a:lnTo>
                  <a:pt x="697" y="2218"/>
                </a:lnTo>
                <a:lnTo>
                  <a:pt x="695" y="2211"/>
                </a:lnTo>
                <a:lnTo>
                  <a:pt x="695" y="2202"/>
                </a:lnTo>
                <a:lnTo>
                  <a:pt x="696" y="2192"/>
                </a:lnTo>
                <a:lnTo>
                  <a:pt x="700" y="2180"/>
                </a:lnTo>
                <a:lnTo>
                  <a:pt x="706" y="2173"/>
                </a:lnTo>
                <a:lnTo>
                  <a:pt x="712" y="2169"/>
                </a:lnTo>
                <a:lnTo>
                  <a:pt x="719" y="2167"/>
                </a:lnTo>
                <a:lnTo>
                  <a:pt x="728" y="2168"/>
                </a:lnTo>
                <a:lnTo>
                  <a:pt x="736" y="2170"/>
                </a:lnTo>
                <a:lnTo>
                  <a:pt x="732" y="2165"/>
                </a:lnTo>
                <a:lnTo>
                  <a:pt x="726" y="2160"/>
                </a:lnTo>
                <a:lnTo>
                  <a:pt x="718" y="2157"/>
                </a:lnTo>
                <a:lnTo>
                  <a:pt x="707" y="2156"/>
                </a:lnTo>
                <a:lnTo>
                  <a:pt x="696" y="2158"/>
                </a:lnTo>
                <a:lnTo>
                  <a:pt x="685" y="2166"/>
                </a:lnTo>
                <a:lnTo>
                  <a:pt x="676" y="2176"/>
                </a:lnTo>
                <a:lnTo>
                  <a:pt x="671" y="2188"/>
                </a:lnTo>
                <a:lnTo>
                  <a:pt x="668" y="2202"/>
                </a:lnTo>
                <a:lnTo>
                  <a:pt x="668" y="2216"/>
                </a:lnTo>
                <a:lnTo>
                  <a:pt x="671" y="2229"/>
                </a:lnTo>
                <a:lnTo>
                  <a:pt x="676" y="2240"/>
                </a:lnTo>
                <a:lnTo>
                  <a:pt x="685" y="2250"/>
                </a:lnTo>
                <a:lnTo>
                  <a:pt x="699" y="2259"/>
                </a:lnTo>
                <a:lnTo>
                  <a:pt x="718" y="2265"/>
                </a:lnTo>
                <a:lnTo>
                  <a:pt x="738" y="2268"/>
                </a:lnTo>
                <a:lnTo>
                  <a:pt x="760" y="2268"/>
                </a:lnTo>
                <a:lnTo>
                  <a:pt x="780" y="2264"/>
                </a:lnTo>
                <a:lnTo>
                  <a:pt x="791" y="2260"/>
                </a:lnTo>
                <a:lnTo>
                  <a:pt x="801" y="2254"/>
                </a:lnTo>
                <a:lnTo>
                  <a:pt x="809" y="2248"/>
                </a:lnTo>
                <a:lnTo>
                  <a:pt x="819" y="2241"/>
                </a:lnTo>
                <a:lnTo>
                  <a:pt x="829" y="2233"/>
                </a:lnTo>
                <a:lnTo>
                  <a:pt x="841" y="2223"/>
                </a:lnTo>
                <a:lnTo>
                  <a:pt x="856" y="2211"/>
                </a:lnTo>
                <a:lnTo>
                  <a:pt x="874" y="2196"/>
                </a:lnTo>
                <a:lnTo>
                  <a:pt x="893" y="2188"/>
                </a:lnTo>
                <a:lnTo>
                  <a:pt x="909" y="2184"/>
                </a:lnTo>
                <a:lnTo>
                  <a:pt x="925" y="2185"/>
                </a:lnTo>
                <a:lnTo>
                  <a:pt x="938" y="2188"/>
                </a:lnTo>
                <a:lnTo>
                  <a:pt x="950" y="2193"/>
                </a:lnTo>
                <a:lnTo>
                  <a:pt x="960" y="2202"/>
                </a:lnTo>
                <a:lnTo>
                  <a:pt x="968" y="2210"/>
                </a:lnTo>
                <a:lnTo>
                  <a:pt x="973" y="2219"/>
                </a:lnTo>
                <a:lnTo>
                  <a:pt x="974" y="2225"/>
                </a:lnTo>
                <a:lnTo>
                  <a:pt x="974" y="2240"/>
                </a:lnTo>
                <a:lnTo>
                  <a:pt x="973" y="2247"/>
                </a:lnTo>
                <a:lnTo>
                  <a:pt x="970" y="2254"/>
                </a:lnTo>
                <a:lnTo>
                  <a:pt x="966" y="2259"/>
                </a:lnTo>
                <a:lnTo>
                  <a:pt x="958" y="2262"/>
                </a:lnTo>
                <a:lnTo>
                  <a:pt x="948" y="2262"/>
                </a:lnTo>
                <a:lnTo>
                  <a:pt x="937" y="2259"/>
                </a:lnTo>
                <a:lnTo>
                  <a:pt x="928" y="2254"/>
                </a:lnTo>
                <a:lnTo>
                  <a:pt x="921" y="2248"/>
                </a:lnTo>
                <a:lnTo>
                  <a:pt x="915" y="2240"/>
                </a:lnTo>
                <a:lnTo>
                  <a:pt x="914" y="2229"/>
                </a:lnTo>
                <a:lnTo>
                  <a:pt x="915" y="2219"/>
                </a:lnTo>
                <a:lnTo>
                  <a:pt x="904" y="2228"/>
                </a:lnTo>
                <a:lnTo>
                  <a:pt x="895" y="2240"/>
                </a:lnTo>
                <a:lnTo>
                  <a:pt x="889" y="2252"/>
                </a:lnTo>
                <a:lnTo>
                  <a:pt x="885" y="2266"/>
                </a:lnTo>
                <a:lnTo>
                  <a:pt x="884" y="2279"/>
                </a:lnTo>
                <a:lnTo>
                  <a:pt x="886" y="2290"/>
                </a:lnTo>
                <a:lnTo>
                  <a:pt x="893" y="2297"/>
                </a:lnTo>
                <a:lnTo>
                  <a:pt x="901" y="2305"/>
                </a:lnTo>
                <a:lnTo>
                  <a:pt x="911" y="2311"/>
                </a:lnTo>
                <a:lnTo>
                  <a:pt x="923" y="2317"/>
                </a:lnTo>
                <a:lnTo>
                  <a:pt x="936" y="2323"/>
                </a:lnTo>
                <a:lnTo>
                  <a:pt x="943" y="2328"/>
                </a:lnTo>
                <a:lnTo>
                  <a:pt x="948" y="2333"/>
                </a:lnTo>
                <a:lnTo>
                  <a:pt x="953" y="2336"/>
                </a:lnTo>
                <a:lnTo>
                  <a:pt x="959" y="2338"/>
                </a:lnTo>
                <a:lnTo>
                  <a:pt x="968" y="2339"/>
                </a:lnTo>
                <a:lnTo>
                  <a:pt x="981" y="2341"/>
                </a:lnTo>
                <a:lnTo>
                  <a:pt x="984" y="2332"/>
                </a:lnTo>
                <a:lnTo>
                  <a:pt x="986" y="2323"/>
                </a:lnTo>
                <a:lnTo>
                  <a:pt x="989" y="2313"/>
                </a:lnTo>
                <a:lnTo>
                  <a:pt x="997" y="2297"/>
                </a:lnTo>
                <a:lnTo>
                  <a:pt x="1002" y="2279"/>
                </a:lnTo>
                <a:lnTo>
                  <a:pt x="1002" y="2260"/>
                </a:lnTo>
                <a:lnTo>
                  <a:pt x="1001" y="2240"/>
                </a:lnTo>
                <a:lnTo>
                  <a:pt x="996" y="2221"/>
                </a:lnTo>
                <a:lnTo>
                  <a:pt x="989" y="2202"/>
                </a:lnTo>
                <a:lnTo>
                  <a:pt x="980" y="2185"/>
                </a:lnTo>
                <a:lnTo>
                  <a:pt x="968" y="2169"/>
                </a:lnTo>
                <a:lnTo>
                  <a:pt x="956" y="2155"/>
                </a:lnTo>
                <a:lnTo>
                  <a:pt x="941" y="2144"/>
                </a:lnTo>
                <a:lnTo>
                  <a:pt x="926" y="2137"/>
                </a:lnTo>
                <a:close/>
                <a:moveTo>
                  <a:pt x="709" y="2075"/>
                </a:moveTo>
                <a:lnTo>
                  <a:pt x="602" y="2082"/>
                </a:lnTo>
                <a:lnTo>
                  <a:pt x="602" y="2090"/>
                </a:lnTo>
                <a:lnTo>
                  <a:pt x="627" y="2181"/>
                </a:lnTo>
                <a:lnTo>
                  <a:pt x="631" y="2179"/>
                </a:lnTo>
                <a:lnTo>
                  <a:pt x="637" y="2176"/>
                </a:lnTo>
                <a:lnTo>
                  <a:pt x="641" y="2174"/>
                </a:lnTo>
                <a:lnTo>
                  <a:pt x="645" y="2173"/>
                </a:lnTo>
                <a:lnTo>
                  <a:pt x="651" y="2169"/>
                </a:lnTo>
                <a:lnTo>
                  <a:pt x="659" y="2165"/>
                </a:lnTo>
                <a:lnTo>
                  <a:pt x="669" y="2158"/>
                </a:lnTo>
                <a:lnTo>
                  <a:pt x="681" y="2151"/>
                </a:lnTo>
                <a:lnTo>
                  <a:pt x="693" y="2141"/>
                </a:lnTo>
                <a:lnTo>
                  <a:pt x="706" y="2130"/>
                </a:lnTo>
                <a:lnTo>
                  <a:pt x="717" y="2118"/>
                </a:lnTo>
                <a:lnTo>
                  <a:pt x="728" y="2104"/>
                </a:lnTo>
                <a:lnTo>
                  <a:pt x="736" y="2090"/>
                </a:lnTo>
                <a:lnTo>
                  <a:pt x="742" y="2075"/>
                </a:lnTo>
                <a:lnTo>
                  <a:pt x="709" y="2075"/>
                </a:lnTo>
                <a:close/>
                <a:moveTo>
                  <a:pt x="833" y="2000"/>
                </a:moveTo>
                <a:lnTo>
                  <a:pt x="818" y="2001"/>
                </a:lnTo>
                <a:lnTo>
                  <a:pt x="805" y="2005"/>
                </a:lnTo>
                <a:lnTo>
                  <a:pt x="794" y="2015"/>
                </a:lnTo>
                <a:lnTo>
                  <a:pt x="783" y="2029"/>
                </a:lnTo>
                <a:lnTo>
                  <a:pt x="778" y="2042"/>
                </a:lnTo>
                <a:lnTo>
                  <a:pt x="776" y="2057"/>
                </a:lnTo>
                <a:lnTo>
                  <a:pt x="777" y="2072"/>
                </a:lnTo>
                <a:lnTo>
                  <a:pt x="781" y="2088"/>
                </a:lnTo>
                <a:lnTo>
                  <a:pt x="786" y="2103"/>
                </a:lnTo>
                <a:lnTo>
                  <a:pt x="793" y="2118"/>
                </a:lnTo>
                <a:lnTo>
                  <a:pt x="800" y="2130"/>
                </a:lnTo>
                <a:lnTo>
                  <a:pt x="808" y="2138"/>
                </a:lnTo>
                <a:lnTo>
                  <a:pt x="816" y="2143"/>
                </a:lnTo>
                <a:lnTo>
                  <a:pt x="828" y="2145"/>
                </a:lnTo>
                <a:lnTo>
                  <a:pt x="842" y="2144"/>
                </a:lnTo>
                <a:lnTo>
                  <a:pt x="857" y="2141"/>
                </a:lnTo>
                <a:lnTo>
                  <a:pt x="872" y="2136"/>
                </a:lnTo>
                <a:lnTo>
                  <a:pt x="886" y="2128"/>
                </a:lnTo>
                <a:lnTo>
                  <a:pt x="898" y="2118"/>
                </a:lnTo>
                <a:lnTo>
                  <a:pt x="907" y="2105"/>
                </a:lnTo>
                <a:lnTo>
                  <a:pt x="912" y="2092"/>
                </a:lnTo>
                <a:lnTo>
                  <a:pt x="913" y="2077"/>
                </a:lnTo>
                <a:lnTo>
                  <a:pt x="911" y="2062"/>
                </a:lnTo>
                <a:lnTo>
                  <a:pt x="907" y="2048"/>
                </a:lnTo>
                <a:lnTo>
                  <a:pt x="900" y="2033"/>
                </a:lnTo>
                <a:lnTo>
                  <a:pt x="891" y="2021"/>
                </a:lnTo>
                <a:lnTo>
                  <a:pt x="879" y="2012"/>
                </a:lnTo>
                <a:lnTo>
                  <a:pt x="866" y="2006"/>
                </a:lnTo>
                <a:lnTo>
                  <a:pt x="849" y="2002"/>
                </a:lnTo>
                <a:lnTo>
                  <a:pt x="833" y="2000"/>
                </a:lnTo>
                <a:close/>
                <a:moveTo>
                  <a:pt x="977" y="1980"/>
                </a:moveTo>
                <a:lnTo>
                  <a:pt x="970" y="1982"/>
                </a:lnTo>
                <a:lnTo>
                  <a:pt x="965" y="1986"/>
                </a:lnTo>
                <a:lnTo>
                  <a:pt x="963" y="1990"/>
                </a:lnTo>
                <a:lnTo>
                  <a:pt x="961" y="1996"/>
                </a:lnTo>
                <a:lnTo>
                  <a:pt x="961" y="2004"/>
                </a:lnTo>
                <a:lnTo>
                  <a:pt x="962" y="2010"/>
                </a:lnTo>
                <a:lnTo>
                  <a:pt x="966" y="2017"/>
                </a:lnTo>
                <a:lnTo>
                  <a:pt x="973" y="2021"/>
                </a:lnTo>
                <a:lnTo>
                  <a:pt x="983" y="2023"/>
                </a:lnTo>
                <a:lnTo>
                  <a:pt x="991" y="2022"/>
                </a:lnTo>
                <a:lnTo>
                  <a:pt x="999" y="2018"/>
                </a:lnTo>
                <a:lnTo>
                  <a:pt x="1003" y="2013"/>
                </a:lnTo>
                <a:lnTo>
                  <a:pt x="1006" y="2006"/>
                </a:lnTo>
                <a:lnTo>
                  <a:pt x="1006" y="1998"/>
                </a:lnTo>
                <a:lnTo>
                  <a:pt x="1003" y="1992"/>
                </a:lnTo>
                <a:lnTo>
                  <a:pt x="998" y="1987"/>
                </a:lnTo>
                <a:lnTo>
                  <a:pt x="991" y="1982"/>
                </a:lnTo>
                <a:lnTo>
                  <a:pt x="984" y="1980"/>
                </a:lnTo>
                <a:lnTo>
                  <a:pt x="977" y="1980"/>
                </a:lnTo>
                <a:close/>
                <a:moveTo>
                  <a:pt x="628" y="1971"/>
                </a:moveTo>
                <a:lnTo>
                  <a:pt x="603" y="1981"/>
                </a:lnTo>
                <a:lnTo>
                  <a:pt x="576" y="1988"/>
                </a:lnTo>
                <a:lnTo>
                  <a:pt x="546" y="1996"/>
                </a:lnTo>
                <a:lnTo>
                  <a:pt x="516" y="2004"/>
                </a:lnTo>
                <a:lnTo>
                  <a:pt x="486" y="2010"/>
                </a:lnTo>
                <a:lnTo>
                  <a:pt x="455" y="2017"/>
                </a:lnTo>
                <a:lnTo>
                  <a:pt x="424" y="2024"/>
                </a:lnTo>
                <a:lnTo>
                  <a:pt x="395" y="2031"/>
                </a:lnTo>
                <a:lnTo>
                  <a:pt x="367" y="2037"/>
                </a:lnTo>
                <a:lnTo>
                  <a:pt x="341" y="2045"/>
                </a:lnTo>
                <a:lnTo>
                  <a:pt x="318" y="2053"/>
                </a:lnTo>
                <a:lnTo>
                  <a:pt x="299" y="2062"/>
                </a:lnTo>
                <a:lnTo>
                  <a:pt x="283" y="2072"/>
                </a:lnTo>
                <a:lnTo>
                  <a:pt x="271" y="2082"/>
                </a:lnTo>
                <a:lnTo>
                  <a:pt x="265" y="2094"/>
                </a:lnTo>
                <a:lnTo>
                  <a:pt x="262" y="2107"/>
                </a:lnTo>
                <a:lnTo>
                  <a:pt x="261" y="2121"/>
                </a:lnTo>
                <a:lnTo>
                  <a:pt x="262" y="2136"/>
                </a:lnTo>
                <a:lnTo>
                  <a:pt x="264" y="2150"/>
                </a:lnTo>
                <a:lnTo>
                  <a:pt x="269" y="2163"/>
                </a:lnTo>
                <a:lnTo>
                  <a:pt x="274" y="2174"/>
                </a:lnTo>
                <a:lnTo>
                  <a:pt x="280" y="2181"/>
                </a:lnTo>
                <a:lnTo>
                  <a:pt x="289" y="2185"/>
                </a:lnTo>
                <a:lnTo>
                  <a:pt x="298" y="2188"/>
                </a:lnTo>
                <a:lnTo>
                  <a:pt x="310" y="2189"/>
                </a:lnTo>
                <a:lnTo>
                  <a:pt x="322" y="2188"/>
                </a:lnTo>
                <a:lnTo>
                  <a:pt x="334" y="2185"/>
                </a:lnTo>
                <a:lnTo>
                  <a:pt x="346" y="2179"/>
                </a:lnTo>
                <a:lnTo>
                  <a:pt x="355" y="2170"/>
                </a:lnTo>
                <a:lnTo>
                  <a:pt x="363" y="2158"/>
                </a:lnTo>
                <a:lnTo>
                  <a:pt x="346" y="2160"/>
                </a:lnTo>
                <a:lnTo>
                  <a:pt x="332" y="2160"/>
                </a:lnTo>
                <a:lnTo>
                  <a:pt x="320" y="2157"/>
                </a:lnTo>
                <a:lnTo>
                  <a:pt x="312" y="2151"/>
                </a:lnTo>
                <a:lnTo>
                  <a:pt x="305" y="2144"/>
                </a:lnTo>
                <a:lnTo>
                  <a:pt x="302" y="2136"/>
                </a:lnTo>
                <a:lnTo>
                  <a:pt x="300" y="2126"/>
                </a:lnTo>
                <a:lnTo>
                  <a:pt x="302" y="2113"/>
                </a:lnTo>
                <a:lnTo>
                  <a:pt x="309" y="2101"/>
                </a:lnTo>
                <a:lnTo>
                  <a:pt x="320" y="2092"/>
                </a:lnTo>
                <a:lnTo>
                  <a:pt x="335" y="2086"/>
                </a:lnTo>
                <a:lnTo>
                  <a:pt x="355" y="2082"/>
                </a:lnTo>
                <a:lnTo>
                  <a:pt x="366" y="2084"/>
                </a:lnTo>
                <a:lnTo>
                  <a:pt x="377" y="2089"/>
                </a:lnTo>
                <a:lnTo>
                  <a:pt x="386" y="2099"/>
                </a:lnTo>
                <a:lnTo>
                  <a:pt x="393" y="2112"/>
                </a:lnTo>
                <a:lnTo>
                  <a:pt x="400" y="2127"/>
                </a:lnTo>
                <a:lnTo>
                  <a:pt x="405" y="2145"/>
                </a:lnTo>
                <a:lnTo>
                  <a:pt x="410" y="2163"/>
                </a:lnTo>
                <a:lnTo>
                  <a:pt x="411" y="2184"/>
                </a:lnTo>
                <a:lnTo>
                  <a:pt x="412" y="2204"/>
                </a:lnTo>
                <a:lnTo>
                  <a:pt x="413" y="2205"/>
                </a:lnTo>
                <a:lnTo>
                  <a:pt x="415" y="2205"/>
                </a:lnTo>
                <a:lnTo>
                  <a:pt x="419" y="2203"/>
                </a:lnTo>
                <a:lnTo>
                  <a:pt x="424" y="2202"/>
                </a:lnTo>
                <a:lnTo>
                  <a:pt x="431" y="2201"/>
                </a:lnTo>
                <a:lnTo>
                  <a:pt x="440" y="2201"/>
                </a:lnTo>
                <a:lnTo>
                  <a:pt x="450" y="2202"/>
                </a:lnTo>
                <a:lnTo>
                  <a:pt x="463" y="2205"/>
                </a:lnTo>
                <a:lnTo>
                  <a:pt x="477" y="2211"/>
                </a:lnTo>
                <a:lnTo>
                  <a:pt x="495" y="2219"/>
                </a:lnTo>
                <a:lnTo>
                  <a:pt x="487" y="2203"/>
                </a:lnTo>
                <a:lnTo>
                  <a:pt x="472" y="2173"/>
                </a:lnTo>
                <a:lnTo>
                  <a:pt x="467" y="2158"/>
                </a:lnTo>
                <a:lnTo>
                  <a:pt x="466" y="2144"/>
                </a:lnTo>
                <a:lnTo>
                  <a:pt x="466" y="2130"/>
                </a:lnTo>
                <a:lnTo>
                  <a:pt x="472" y="2117"/>
                </a:lnTo>
                <a:lnTo>
                  <a:pt x="474" y="2117"/>
                </a:lnTo>
                <a:lnTo>
                  <a:pt x="480" y="2119"/>
                </a:lnTo>
                <a:lnTo>
                  <a:pt x="490" y="2121"/>
                </a:lnTo>
                <a:lnTo>
                  <a:pt x="502" y="2126"/>
                </a:lnTo>
                <a:lnTo>
                  <a:pt x="516" y="2135"/>
                </a:lnTo>
                <a:lnTo>
                  <a:pt x="532" y="2146"/>
                </a:lnTo>
                <a:lnTo>
                  <a:pt x="546" y="2161"/>
                </a:lnTo>
                <a:lnTo>
                  <a:pt x="561" y="2181"/>
                </a:lnTo>
                <a:lnTo>
                  <a:pt x="559" y="2156"/>
                </a:lnTo>
                <a:lnTo>
                  <a:pt x="560" y="2133"/>
                </a:lnTo>
                <a:lnTo>
                  <a:pt x="564" y="2114"/>
                </a:lnTo>
                <a:lnTo>
                  <a:pt x="568" y="2097"/>
                </a:lnTo>
                <a:lnTo>
                  <a:pt x="575" y="2082"/>
                </a:lnTo>
                <a:lnTo>
                  <a:pt x="582" y="2069"/>
                </a:lnTo>
                <a:lnTo>
                  <a:pt x="589" y="2056"/>
                </a:lnTo>
                <a:lnTo>
                  <a:pt x="597" y="2044"/>
                </a:lnTo>
                <a:lnTo>
                  <a:pt x="606" y="2031"/>
                </a:lnTo>
                <a:lnTo>
                  <a:pt x="613" y="2019"/>
                </a:lnTo>
                <a:lnTo>
                  <a:pt x="619" y="2005"/>
                </a:lnTo>
                <a:lnTo>
                  <a:pt x="624" y="1989"/>
                </a:lnTo>
                <a:lnTo>
                  <a:pt x="628" y="1971"/>
                </a:lnTo>
                <a:close/>
                <a:moveTo>
                  <a:pt x="909" y="1961"/>
                </a:moveTo>
                <a:lnTo>
                  <a:pt x="904" y="1963"/>
                </a:lnTo>
                <a:lnTo>
                  <a:pt x="899" y="1968"/>
                </a:lnTo>
                <a:lnTo>
                  <a:pt x="896" y="1976"/>
                </a:lnTo>
                <a:lnTo>
                  <a:pt x="897" y="1985"/>
                </a:lnTo>
                <a:lnTo>
                  <a:pt x="901" y="1993"/>
                </a:lnTo>
                <a:lnTo>
                  <a:pt x="906" y="1998"/>
                </a:lnTo>
                <a:lnTo>
                  <a:pt x="913" y="2002"/>
                </a:lnTo>
                <a:lnTo>
                  <a:pt x="922" y="2003"/>
                </a:lnTo>
                <a:lnTo>
                  <a:pt x="929" y="2001"/>
                </a:lnTo>
                <a:lnTo>
                  <a:pt x="936" y="1996"/>
                </a:lnTo>
                <a:lnTo>
                  <a:pt x="939" y="1990"/>
                </a:lnTo>
                <a:lnTo>
                  <a:pt x="940" y="1983"/>
                </a:lnTo>
                <a:lnTo>
                  <a:pt x="938" y="1976"/>
                </a:lnTo>
                <a:lnTo>
                  <a:pt x="935" y="1969"/>
                </a:lnTo>
                <a:lnTo>
                  <a:pt x="928" y="1965"/>
                </a:lnTo>
                <a:lnTo>
                  <a:pt x="923" y="1962"/>
                </a:lnTo>
                <a:lnTo>
                  <a:pt x="915" y="1961"/>
                </a:lnTo>
                <a:lnTo>
                  <a:pt x="909" y="1961"/>
                </a:lnTo>
                <a:close/>
                <a:moveTo>
                  <a:pt x="840" y="1936"/>
                </a:moveTo>
                <a:lnTo>
                  <a:pt x="833" y="1938"/>
                </a:lnTo>
                <a:lnTo>
                  <a:pt x="828" y="1942"/>
                </a:lnTo>
                <a:lnTo>
                  <a:pt x="827" y="1949"/>
                </a:lnTo>
                <a:lnTo>
                  <a:pt x="827" y="1956"/>
                </a:lnTo>
                <a:lnTo>
                  <a:pt x="828" y="1963"/>
                </a:lnTo>
                <a:lnTo>
                  <a:pt x="832" y="1967"/>
                </a:lnTo>
                <a:lnTo>
                  <a:pt x="839" y="1970"/>
                </a:lnTo>
                <a:lnTo>
                  <a:pt x="848" y="1971"/>
                </a:lnTo>
                <a:lnTo>
                  <a:pt x="855" y="1970"/>
                </a:lnTo>
                <a:lnTo>
                  <a:pt x="860" y="1969"/>
                </a:lnTo>
                <a:lnTo>
                  <a:pt x="863" y="1967"/>
                </a:lnTo>
                <a:lnTo>
                  <a:pt x="867" y="1965"/>
                </a:lnTo>
                <a:lnTo>
                  <a:pt x="870" y="1960"/>
                </a:lnTo>
                <a:lnTo>
                  <a:pt x="871" y="1953"/>
                </a:lnTo>
                <a:lnTo>
                  <a:pt x="869" y="1945"/>
                </a:lnTo>
                <a:lnTo>
                  <a:pt x="865" y="1941"/>
                </a:lnTo>
                <a:lnTo>
                  <a:pt x="861" y="1938"/>
                </a:lnTo>
                <a:lnTo>
                  <a:pt x="854" y="1937"/>
                </a:lnTo>
                <a:lnTo>
                  <a:pt x="848" y="1936"/>
                </a:lnTo>
                <a:lnTo>
                  <a:pt x="840" y="1936"/>
                </a:lnTo>
                <a:close/>
                <a:moveTo>
                  <a:pt x="727" y="1851"/>
                </a:moveTo>
                <a:lnTo>
                  <a:pt x="716" y="1853"/>
                </a:lnTo>
                <a:lnTo>
                  <a:pt x="707" y="1856"/>
                </a:lnTo>
                <a:lnTo>
                  <a:pt x="701" y="1861"/>
                </a:lnTo>
                <a:lnTo>
                  <a:pt x="694" y="1873"/>
                </a:lnTo>
                <a:lnTo>
                  <a:pt x="687" y="1888"/>
                </a:lnTo>
                <a:lnTo>
                  <a:pt x="681" y="1904"/>
                </a:lnTo>
                <a:lnTo>
                  <a:pt x="670" y="1941"/>
                </a:lnTo>
                <a:lnTo>
                  <a:pt x="665" y="1960"/>
                </a:lnTo>
                <a:lnTo>
                  <a:pt x="662" y="1979"/>
                </a:lnTo>
                <a:lnTo>
                  <a:pt x="659" y="1997"/>
                </a:lnTo>
                <a:lnTo>
                  <a:pt x="657" y="2012"/>
                </a:lnTo>
                <a:lnTo>
                  <a:pt x="655" y="2026"/>
                </a:lnTo>
                <a:lnTo>
                  <a:pt x="656" y="2036"/>
                </a:lnTo>
                <a:lnTo>
                  <a:pt x="657" y="2042"/>
                </a:lnTo>
                <a:lnTo>
                  <a:pt x="660" y="2044"/>
                </a:lnTo>
                <a:lnTo>
                  <a:pt x="674" y="2041"/>
                </a:lnTo>
                <a:lnTo>
                  <a:pt x="690" y="2034"/>
                </a:lnTo>
                <a:lnTo>
                  <a:pt x="706" y="2025"/>
                </a:lnTo>
                <a:lnTo>
                  <a:pt x="721" y="2013"/>
                </a:lnTo>
                <a:lnTo>
                  <a:pt x="736" y="1998"/>
                </a:lnTo>
                <a:lnTo>
                  <a:pt x="750" y="1983"/>
                </a:lnTo>
                <a:lnTo>
                  <a:pt x="762" y="1966"/>
                </a:lnTo>
                <a:lnTo>
                  <a:pt x="773" y="1950"/>
                </a:lnTo>
                <a:lnTo>
                  <a:pt x="781" y="1933"/>
                </a:lnTo>
                <a:lnTo>
                  <a:pt x="787" y="1917"/>
                </a:lnTo>
                <a:lnTo>
                  <a:pt x="789" y="1902"/>
                </a:lnTo>
                <a:lnTo>
                  <a:pt x="788" y="1889"/>
                </a:lnTo>
                <a:lnTo>
                  <a:pt x="783" y="1877"/>
                </a:lnTo>
                <a:lnTo>
                  <a:pt x="775" y="1867"/>
                </a:lnTo>
                <a:lnTo>
                  <a:pt x="764" y="1860"/>
                </a:lnTo>
                <a:lnTo>
                  <a:pt x="751" y="1855"/>
                </a:lnTo>
                <a:lnTo>
                  <a:pt x="740" y="1852"/>
                </a:lnTo>
                <a:lnTo>
                  <a:pt x="727" y="1851"/>
                </a:lnTo>
                <a:close/>
                <a:moveTo>
                  <a:pt x="893" y="1824"/>
                </a:moveTo>
                <a:lnTo>
                  <a:pt x="886" y="1825"/>
                </a:lnTo>
                <a:lnTo>
                  <a:pt x="880" y="1828"/>
                </a:lnTo>
                <a:lnTo>
                  <a:pt x="874" y="1831"/>
                </a:lnTo>
                <a:lnTo>
                  <a:pt x="870" y="1838"/>
                </a:lnTo>
                <a:lnTo>
                  <a:pt x="865" y="1847"/>
                </a:lnTo>
                <a:lnTo>
                  <a:pt x="861" y="1858"/>
                </a:lnTo>
                <a:lnTo>
                  <a:pt x="860" y="1868"/>
                </a:lnTo>
                <a:lnTo>
                  <a:pt x="862" y="1877"/>
                </a:lnTo>
                <a:lnTo>
                  <a:pt x="870" y="1887"/>
                </a:lnTo>
                <a:lnTo>
                  <a:pt x="881" y="1898"/>
                </a:lnTo>
                <a:lnTo>
                  <a:pt x="895" y="1909"/>
                </a:lnTo>
                <a:lnTo>
                  <a:pt x="914" y="1919"/>
                </a:lnTo>
                <a:lnTo>
                  <a:pt x="934" y="1929"/>
                </a:lnTo>
                <a:lnTo>
                  <a:pt x="956" y="1938"/>
                </a:lnTo>
                <a:lnTo>
                  <a:pt x="980" y="1944"/>
                </a:lnTo>
                <a:lnTo>
                  <a:pt x="994" y="1947"/>
                </a:lnTo>
                <a:lnTo>
                  <a:pt x="1006" y="1948"/>
                </a:lnTo>
                <a:lnTo>
                  <a:pt x="1014" y="1946"/>
                </a:lnTo>
                <a:lnTo>
                  <a:pt x="1020" y="1943"/>
                </a:lnTo>
                <a:lnTo>
                  <a:pt x="1024" y="1938"/>
                </a:lnTo>
                <a:lnTo>
                  <a:pt x="1025" y="1934"/>
                </a:lnTo>
                <a:lnTo>
                  <a:pt x="1025" y="1929"/>
                </a:lnTo>
                <a:lnTo>
                  <a:pt x="1024" y="1925"/>
                </a:lnTo>
                <a:lnTo>
                  <a:pt x="1024" y="1922"/>
                </a:lnTo>
                <a:lnTo>
                  <a:pt x="1023" y="1920"/>
                </a:lnTo>
                <a:lnTo>
                  <a:pt x="1015" y="1913"/>
                </a:lnTo>
                <a:lnTo>
                  <a:pt x="1003" y="1908"/>
                </a:lnTo>
                <a:lnTo>
                  <a:pt x="989" y="1904"/>
                </a:lnTo>
                <a:lnTo>
                  <a:pt x="972" y="1900"/>
                </a:lnTo>
                <a:lnTo>
                  <a:pt x="955" y="1896"/>
                </a:lnTo>
                <a:lnTo>
                  <a:pt x="939" y="1892"/>
                </a:lnTo>
                <a:lnTo>
                  <a:pt x="926" y="1889"/>
                </a:lnTo>
                <a:lnTo>
                  <a:pt x="915" y="1884"/>
                </a:lnTo>
                <a:lnTo>
                  <a:pt x="909" y="1878"/>
                </a:lnTo>
                <a:lnTo>
                  <a:pt x="905" y="1871"/>
                </a:lnTo>
                <a:lnTo>
                  <a:pt x="904" y="1861"/>
                </a:lnTo>
                <a:lnTo>
                  <a:pt x="905" y="1853"/>
                </a:lnTo>
                <a:lnTo>
                  <a:pt x="907" y="1845"/>
                </a:lnTo>
                <a:lnTo>
                  <a:pt x="908" y="1837"/>
                </a:lnTo>
                <a:lnTo>
                  <a:pt x="907" y="1831"/>
                </a:lnTo>
                <a:lnTo>
                  <a:pt x="904" y="1827"/>
                </a:lnTo>
                <a:lnTo>
                  <a:pt x="899" y="1824"/>
                </a:lnTo>
                <a:lnTo>
                  <a:pt x="893" y="1824"/>
                </a:lnTo>
                <a:close/>
                <a:moveTo>
                  <a:pt x="740" y="1762"/>
                </a:moveTo>
                <a:lnTo>
                  <a:pt x="727" y="1764"/>
                </a:lnTo>
                <a:lnTo>
                  <a:pt x="714" y="1767"/>
                </a:lnTo>
                <a:lnTo>
                  <a:pt x="701" y="1770"/>
                </a:lnTo>
                <a:lnTo>
                  <a:pt x="677" y="1781"/>
                </a:lnTo>
                <a:lnTo>
                  <a:pt x="664" y="1790"/>
                </a:lnTo>
                <a:lnTo>
                  <a:pt x="652" y="1797"/>
                </a:lnTo>
                <a:lnTo>
                  <a:pt x="639" y="1806"/>
                </a:lnTo>
                <a:lnTo>
                  <a:pt x="629" y="1814"/>
                </a:lnTo>
                <a:lnTo>
                  <a:pt x="620" y="1821"/>
                </a:lnTo>
                <a:lnTo>
                  <a:pt x="615" y="1827"/>
                </a:lnTo>
                <a:lnTo>
                  <a:pt x="609" y="1835"/>
                </a:lnTo>
                <a:lnTo>
                  <a:pt x="606" y="1844"/>
                </a:lnTo>
                <a:lnTo>
                  <a:pt x="604" y="1852"/>
                </a:lnTo>
                <a:lnTo>
                  <a:pt x="602" y="1861"/>
                </a:lnTo>
                <a:lnTo>
                  <a:pt x="619" y="1854"/>
                </a:lnTo>
                <a:lnTo>
                  <a:pt x="630" y="1849"/>
                </a:lnTo>
                <a:lnTo>
                  <a:pt x="644" y="1844"/>
                </a:lnTo>
                <a:lnTo>
                  <a:pt x="661" y="1838"/>
                </a:lnTo>
                <a:lnTo>
                  <a:pt x="679" y="1833"/>
                </a:lnTo>
                <a:lnTo>
                  <a:pt x="698" y="1828"/>
                </a:lnTo>
                <a:lnTo>
                  <a:pt x="719" y="1824"/>
                </a:lnTo>
                <a:lnTo>
                  <a:pt x="740" y="1822"/>
                </a:lnTo>
                <a:lnTo>
                  <a:pt x="762" y="1822"/>
                </a:lnTo>
                <a:lnTo>
                  <a:pt x="783" y="1823"/>
                </a:lnTo>
                <a:lnTo>
                  <a:pt x="781" y="1812"/>
                </a:lnTo>
                <a:lnTo>
                  <a:pt x="778" y="1800"/>
                </a:lnTo>
                <a:lnTo>
                  <a:pt x="775" y="1789"/>
                </a:lnTo>
                <a:lnTo>
                  <a:pt x="773" y="1779"/>
                </a:lnTo>
                <a:lnTo>
                  <a:pt x="767" y="1770"/>
                </a:lnTo>
                <a:lnTo>
                  <a:pt x="761" y="1766"/>
                </a:lnTo>
                <a:lnTo>
                  <a:pt x="751" y="1763"/>
                </a:lnTo>
                <a:lnTo>
                  <a:pt x="740" y="1762"/>
                </a:lnTo>
                <a:close/>
                <a:moveTo>
                  <a:pt x="362" y="1738"/>
                </a:moveTo>
                <a:lnTo>
                  <a:pt x="341" y="1739"/>
                </a:lnTo>
                <a:lnTo>
                  <a:pt x="323" y="1740"/>
                </a:lnTo>
                <a:lnTo>
                  <a:pt x="307" y="1743"/>
                </a:lnTo>
                <a:lnTo>
                  <a:pt x="293" y="1747"/>
                </a:lnTo>
                <a:lnTo>
                  <a:pt x="284" y="1751"/>
                </a:lnTo>
                <a:lnTo>
                  <a:pt x="274" y="1760"/>
                </a:lnTo>
                <a:lnTo>
                  <a:pt x="266" y="1771"/>
                </a:lnTo>
                <a:lnTo>
                  <a:pt x="261" y="1783"/>
                </a:lnTo>
                <a:lnTo>
                  <a:pt x="258" y="1795"/>
                </a:lnTo>
                <a:lnTo>
                  <a:pt x="257" y="1806"/>
                </a:lnTo>
                <a:lnTo>
                  <a:pt x="256" y="1815"/>
                </a:lnTo>
                <a:lnTo>
                  <a:pt x="256" y="1823"/>
                </a:lnTo>
                <a:lnTo>
                  <a:pt x="258" y="1818"/>
                </a:lnTo>
                <a:lnTo>
                  <a:pt x="261" y="1812"/>
                </a:lnTo>
                <a:lnTo>
                  <a:pt x="266" y="1806"/>
                </a:lnTo>
                <a:lnTo>
                  <a:pt x="271" y="1800"/>
                </a:lnTo>
                <a:lnTo>
                  <a:pt x="278" y="1794"/>
                </a:lnTo>
                <a:lnTo>
                  <a:pt x="287" y="1789"/>
                </a:lnTo>
                <a:lnTo>
                  <a:pt x="296" y="1786"/>
                </a:lnTo>
                <a:lnTo>
                  <a:pt x="308" y="1785"/>
                </a:lnTo>
                <a:lnTo>
                  <a:pt x="321" y="1789"/>
                </a:lnTo>
                <a:lnTo>
                  <a:pt x="332" y="1795"/>
                </a:lnTo>
                <a:lnTo>
                  <a:pt x="339" y="1801"/>
                </a:lnTo>
                <a:lnTo>
                  <a:pt x="343" y="1807"/>
                </a:lnTo>
                <a:lnTo>
                  <a:pt x="343" y="1813"/>
                </a:lnTo>
                <a:lnTo>
                  <a:pt x="341" y="1819"/>
                </a:lnTo>
                <a:lnTo>
                  <a:pt x="338" y="1823"/>
                </a:lnTo>
                <a:lnTo>
                  <a:pt x="289" y="1892"/>
                </a:lnTo>
                <a:lnTo>
                  <a:pt x="338" y="1915"/>
                </a:lnTo>
                <a:lnTo>
                  <a:pt x="352" y="1900"/>
                </a:lnTo>
                <a:lnTo>
                  <a:pt x="364" y="1885"/>
                </a:lnTo>
                <a:lnTo>
                  <a:pt x="375" y="1872"/>
                </a:lnTo>
                <a:lnTo>
                  <a:pt x="387" y="1861"/>
                </a:lnTo>
                <a:lnTo>
                  <a:pt x="401" y="1850"/>
                </a:lnTo>
                <a:lnTo>
                  <a:pt x="421" y="1839"/>
                </a:lnTo>
                <a:lnTo>
                  <a:pt x="431" y="1838"/>
                </a:lnTo>
                <a:lnTo>
                  <a:pt x="440" y="1837"/>
                </a:lnTo>
                <a:lnTo>
                  <a:pt x="449" y="1839"/>
                </a:lnTo>
                <a:lnTo>
                  <a:pt x="459" y="1845"/>
                </a:lnTo>
                <a:lnTo>
                  <a:pt x="470" y="1854"/>
                </a:lnTo>
                <a:lnTo>
                  <a:pt x="477" y="1861"/>
                </a:lnTo>
                <a:lnTo>
                  <a:pt x="481" y="1870"/>
                </a:lnTo>
                <a:lnTo>
                  <a:pt x="485" y="1879"/>
                </a:lnTo>
                <a:lnTo>
                  <a:pt x="487" y="1889"/>
                </a:lnTo>
                <a:lnTo>
                  <a:pt x="486" y="1898"/>
                </a:lnTo>
                <a:lnTo>
                  <a:pt x="484" y="1907"/>
                </a:lnTo>
                <a:lnTo>
                  <a:pt x="478" y="1916"/>
                </a:lnTo>
                <a:lnTo>
                  <a:pt x="470" y="1922"/>
                </a:lnTo>
                <a:lnTo>
                  <a:pt x="458" y="1927"/>
                </a:lnTo>
                <a:lnTo>
                  <a:pt x="447" y="1927"/>
                </a:lnTo>
                <a:lnTo>
                  <a:pt x="437" y="1925"/>
                </a:lnTo>
                <a:lnTo>
                  <a:pt x="428" y="1920"/>
                </a:lnTo>
                <a:lnTo>
                  <a:pt x="422" y="1911"/>
                </a:lnTo>
                <a:lnTo>
                  <a:pt x="416" y="1902"/>
                </a:lnTo>
                <a:lnTo>
                  <a:pt x="412" y="1892"/>
                </a:lnTo>
                <a:lnTo>
                  <a:pt x="410" y="1894"/>
                </a:lnTo>
                <a:lnTo>
                  <a:pt x="406" y="1899"/>
                </a:lnTo>
                <a:lnTo>
                  <a:pt x="401" y="1905"/>
                </a:lnTo>
                <a:lnTo>
                  <a:pt x="398" y="1912"/>
                </a:lnTo>
                <a:lnTo>
                  <a:pt x="396" y="1921"/>
                </a:lnTo>
                <a:lnTo>
                  <a:pt x="395" y="1930"/>
                </a:lnTo>
                <a:lnTo>
                  <a:pt x="398" y="1939"/>
                </a:lnTo>
                <a:lnTo>
                  <a:pt x="404" y="1949"/>
                </a:lnTo>
                <a:lnTo>
                  <a:pt x="415" y="1957"/>
                </a:lnTo>
                <a:lnTo>
                  <a:pt x="425" y="1961"/>
                </a:lnTo>
                <a:lnTo>
                  <a:pt x="439" y="1965"/>
                </a:lnTo>
                <a:lnTo>
                  <a:pt x="455" y="1967"/>
                </a:lnTo>
                <a:lnTo>
                  <a:pt x="471" y="1968"/>
                </a:lnTo>
                <a:lnTo>
                  <a:pt x="489" y="1968"/>
                </a:lnTo>
                <a:lnTo>
                  <a:pt x="508" y="1967"/>
                </a:lnTo>
                <a:lnTo>
                  <a:pt x="526" y="1964"/>
                </a:lnTo>
                <a:lnTo>
                  <a:pt x="544" y="1960"/>
                </a:lnTo>
                <a:lnTo>
                  <a:pt x="561" y="1954"/>
                </a:lnTo>
                <a:lnTo>
                  <a:pt x="575" y="1947"/>
                </a:lnTo>
                <a:lnTo>
                  <a:pt x="587" y="1938"/>
                </a:lnTo>
                <a:lnTo>
                  <a:pt x="596" y="1927"/>
                </a:lnTo>
                <a:lnTo>
                  <a:pt x="601" y="1914"/>
                </a:lnTo>
                <a:lnTo>
                  <a:pt x="602" y="1900"/>
                </a:lnTo>
                <a:lnTo>
                  <a:pt x="599" y="1895"/>
                </a:lnTo>
                <a:lnTo>
                  <a:pt x="592" y="1891"/>
                </a:lnTo>
                <a:lnTo>
                  <a:pt x="581" y="1886"/>
                </a:lnTo>
                <a:lnTo>
                  <a:pt x="568" y="1882"/>
                </a:lnTo>
                <a:lnTo>
                  <a:pt x="554" y="1877"/>
                </a:lnTo>
                <a:lnTo>
                  <a:pt x="538" y="1872"/>
                </a:lnTo>
                <a:lnTo>
                  <a:pt x="524" y="1867"/>
                </a:lnTo>
                <a:lnTo>
                  <a:pt x="511" y="1861"/>
                </a:lnTo>
                <a:lnTo>
                  <a:pt x="526" y="1851"/>
                </a:lnTo>
                <a:lnTo>
                  <a:pt x="536" y="1847"/>
                </a:lnTo>
                <a:lnTo>
                  <a:pt x="543" y="1842"/>
                </a:lnTo>
                <a:lnTo>
                  <a:pt x="550" y="1837"/>
                </a:lnTo>
                <a:lnTo>
                  <a:pt x="554" y="1831"/>
                </a:lnTo>
                <a:lnTo>
                  <a:pt x="553" y="1823"/>
                </a:lnTo>
                <a:lnTo>
                  <a:pt x="543" y="1806"/>
                </a:lnTo>
                <a:lnTo>
                  <a:pt x="530" y="1790"/>
                </a:lnTo>
                <a:lnTo>
                  <a:pt x="513" y="1776"/>
                </a:lnTo>
                <a:lnTo>
                  <a:pt x="495" y="1765"/>
                </a:lnTo>
                <a:lnTo>
                  <a:pt x="474" y="1757"/>
                </a:lnTo>
                <a:lnTo>
                  <a:pt x="452" y="1749"/>
                </a:lnTo>
                <a:lnTo>
                  <a:pt x="429" y="1744"/>
                </a:lnTo>
                <a:lnTo>
                  <a:pt x="406" y="1740"/>
                </a:lnTo>
                <a:lnTo>
                  <a:pt x="383" y="1739"/>
                </a:lnTo>
                <a:lnTo>
                  <a:pt x="362" y="1738"/>
                </a:lnTo>
                <a:close/>
                <a:moveTo>
                  <a:pt x="589" y="1671"/>
                </a:moveTo>
                <a:lnTo>
                  <a:pt x="583" y="1674"/>
                </a:lnTo>
                <a:lnTo>
                  <a:pt x="575" y="1680"/>
                </a:lnTo>
                <a:lnTo>
                  <a:pt x="565" y="1686"/>
                </a:lnTo>
                <a:lnTo>
                  <a:pt x="554" y="1694"/>
                </a:lnTo>
                <a:lnTo>
                  <a:pt x="543" y="1702"/>
                </a:lnTo>
                <a:lnTo>
                  <a:pt x="532" y="1710"/>
                </a:lnTo>
                <a:lnTo>
                  <a:pt x="521" y="1718"/>
                </a:lnTo>
                <a:lnTo>
                  <a:pt x="511" y="1724"/>
                </a:lnTo>
                <a:lnTo>
                  <a:pt x="513" y="1727"/>
                </a:lnTo>
                <a:lnTo>
                  <a:pt x="518" y="1733"/>
                </a:lnTo>
                <a:lnTo>
                  <a:pt x="523" y="1740"/>
                </a:lnTo>
                <a:lnTo>
                  <a:pt x="532" y="1747"/>
                </a:lnTo>
                <a:lnTo>
                  <a:pt x="542" y="1755"/>
                </a:lnTo>
                <a:lnTo>
                  <a:pt x="553" y="1762"/>
                </a:lnTo>
                <a:lnTo>
                  <a:pt x="565" y="1768"/>
                </a:lnTo>
                <a:lnTo>
                  <a:pt x="579" y="1772"/>
                </a:lnTo>
                <a:lnTo>
                  <a:pt x="595" y="1773"/>
                </a:lnTo>
                <a:lnTo>
                  <a:pt x="610" y="1770"/>
                </a:lnTo>
                <a:lnTo>
                  <a:pt x="627" y="1762"/>
                </a:lnTo>
                <a:lnTo>
                  <a:pt x="626" y="1760"/>
                </a:lnTo>
                <a:lnTo>
                  <a:pt x="621" y="1743"/>
                </a:lnTo>
                <a:lnTo>
                  <a:pt x="618" y="1731"/>
                </a:lnTo>
                <a:lnTo>
                  <a:pt x="614" y="1718"/>
                </a:lnTo>
                <a:lnTo>
                  <a:pt x="609" y="1705"/>
                </a:lnTo>
                <a:lnTo>
                  <a:pt x="606" y="1692"/>
                </a:lnTo>
                <a:lnTo>
                  <a:pt x="601" y="1682"/>
                </a:lnTo>
                <a:lnTo>
                  <a:pt x="597" y="1674"/>
                </a:lnTo>
                <a:lnTo>
                  <a:pt x="594" y="1671"/>
                </a:lnTo>
                <a:lnTo>
                  <a:pt x="589" y="1671"/>
                </a:lnTo>
                <a:close/>
                <a:moveTo>
                  <a:pt x="915" y="1643"/>
                </a:moveTo>
                <a:lnTo>
                  <a:pt x="907" y="1646"/>
                </a:lnTo>
                <a:lnTo>
                  <a:pt x="902" y="1651"/>
                </a:lnTo>
                <a:lnTo>
                  <a:pt x="898" y="1658"/>
                </a:lnTo>
                <a:lnTo>
                  <a:pt x="897" y="1665"/>
                </a:lnTo>
                <a:lnTo>
                  <a:pt x="898" y="1672"/>
                </a:lnTo>
                <a:lnTo>
                  <a:pt x="901" y="1676"/>
                </a:lnTo>
                <a:lnTo>
                  <a:pt x="906" y="1678"/>
                </a:lnTo>
                <a:lnTo>
                  <a:pt x="916" y="1680"/>
                </a:lnTo>
                <a:lnTo>
                  <a:pt x="929" y="1680"/>
                </a:lnTo>
                <a:lnTo>
                  <a:pt x="944" y="1682"/>
                </a:lnTo>
                <a:lnTo>
                  <a:pt x="960" y="1684"/>
                </a:lnTo>
                <a:lnTo>
                  <a:pt x="976" y="1685"/>
                </a:lnTo>
                <a:lnTo>
                  <a:pt x="990" y="1686"/>
                </a:lnTo>
                <a:lnTo>
                  <a:pt x="985" y="1679"/>
                </a:lnTo>
                <a:lnTo>
                  <a:pt x="981" y="1670"/>
                </a:lnTo>
                <a:lnTo>
                  <a:pt x="976" y="1663"/>
                </a:lnTo>
                <a:lnTo>
                  <a:pt x="970" y="1659"/>
                </a:lnTo>
                <a:lnTo>
                  <a:pt x="964" y="1657"/>
                </a:lnTo>
                <a:lnTo>
                  <a:pt x="956" y="1653"/>
                </a:lnTo>
                <a:lnTo>
                  <a:pt x="946" y="1649"/>
                </a:lnTo>
                <a:lnTo>
                  <a:pt x="935" y="1647"/>
                </a:lnTo>
                <a:lnTo>
                  <a:pt x="925" y="1644"/>
                </a:lnTo>
                <a:lnTo>
                  <a:pt x="915" y="1643"/>
                </a:lnTo>
                <a:close/>
                <a:moveTo>
                  <a:pt x="517" y="1641"/>
                </a:moveTo>
                <a:lnTo>
                  <a:pt x="508" y="1641"/>
                </a:lnTo>
                <a:lnTo>
                  <a:pt x="496" y="1641"/>
                </a:lnTo>
                <a:lnTo>
                  <a:pt x="479" y="1642"/>
                </a:lnTo>
                <a:lnTo>
                  <a:pt x="461" y="1643"/>
                </a:lnTo>
                <a:lnTo>
                  <a:pt x="441" y="1645"/>
                </a:lnTo>
                <a:lnTo>
                  <a:pt x="402" y="1647"/>
                </a:lnTo>
                <a:lnTo>
                  <a:pt x="385" y="1647"/>
                </a:lnTo>
                <a:lnTo>
                  <a:pt x="371" y="1648"/>
                </a:lnTo>
                <a:lnTo>
                  <a:pt x="383" y="1659"/>
                </a:lnTo>
                <a:lnTo>
                  <a:pt x="392" y="1667"/>
                </a:lnTo>
                <a:lnTo>
                  <a:pt x="403" y="1674"/>
                </a:lnTo>
                <a:lnTo>
                  <a:pt x="415" y="1684"/>
                </a:lnTo>
                <a:lnTo>
                  <a:pt x="427" y="1691"/>
                </a:lnTo>
                <a:lnTo>
                  <a:pt x="438" y="1699"/>
                </a:lnTo>
                <a:lnTo>
                  <a:pt x="449" y="1706"/>
                </a:lnTo>
                <a:lnTo>
                  <a:pt x="457" y="1710"/>
                </a:lnTo>
                <a:lnTo>
                  <a:pt x="466" y="1707"/>
                </a:lnTo>
                <a:lnTo>
                  <a:pt x="477" y="1704"/>
                </a:lnTo>
                <a:lnTo>
                  <a:pt x="488" y="1698"/>
                </a:lnTo>
                <a:lnTo>
                  <a:pt x="499" y="1689"/>
                </a:lnTo>
                <a:lnTo>
                  <a:pt x="506" y="1672"/>
                </a:lnTo>
                <a:lnTo>
                  <a:pt x="510" y="1663"/>
                </a:lnTo>
                <a:lnTo>
                  <a:pt x="514" y="1654"/>
                </a:lnTo>
                <a:lnTo>
                  <a:pt x="517" y="1647"/>
                </a:lnTo>
                <a:lnTo>
                  <a:pt x="519" y="1642"/>
                </a:lnTo>
                <a:lnTo>
                  <a:pt x="520" y="1641"/>
                </a:lnTo>
                <a:lnTo>
                  <a:pt x="517" y="1641"/>
                </a:lnTo>
                <a:close/>
                <a:moveTo>
                  <a:pt x="737" y="1636"/>
                </a:moveTo>
                <a:lnTo>
                  <a:pt x="718" y="1638"/>
                </a:lnTo>
                <a:lnTo>
                  <a:pt x="707" y="1642"/>
                </a:lnTo>
                <a:lnTo>
                  <a:pt x="696" y="1647"/>
                </a:lnTo>
                <a:lnTo>
                  <a:pt x="687" y="1655"/>
                </a:lnTo>
                <a:lnTo>
                  <a:pt x="679" y="1663"/>
                </a:lnTo>
                <a:lnTo>
                  <a:pt x="674" y="1673"/>
                </a:lnTo>
                <a:lnTo>
                  <a:pt x="671" y="1683"/>
                </a:lnTo>
                <a:lnTo>
                  <a:pt x="670" y="1694"/>
                </a:lnTo>
                <a:lnTo>
                  <a:pt x="674" y="1704"/>
                </a:lnTo>
                <a:lnTo>
                  <a:pt x="681" y="1714"/>
                </a:lnTo>
                <a:lnTo>
                  <a:pt x="693" y="1724"/>
                </a:lnTo>
                <a:lnTo>
                  <a:pt x="686" y="1713"/>
                </a:lnTo>
                <a:lnTo>
                  <a:pt x="683" y="1704"/>
                </a:lnTo>
                <a:lnTo>
                  <a:pt x="682" y="1696"/>
                </a:lnTo>
                <a:lnTo>
                  <a:pt x="684" y="1691"/>
                </a:lnTo>
                <a:lnTo>
                  <a:pt x="687" y="1686"/>
                </a:lnTo>
                <a:lnTo>
                  <a:pt x="691" y="1683"/>
                </a:lnTo>
                <a:lnTo>
                  <a:pt x="696" y="1680"/>
                </a:lnTo>
                <a:lnTo>
                  <a:pt x="706" y="1674"/>
                </a:lnTo>
                <a:lnTo>
                  <a:pt x="717" y="1673"/>
                </a:lnTo>
                <a:lnTo>
                  <a:pt x="729" y="1674"/>
                </a:lnTo>
                <a:lnTo>
                  <a:pt x="740" y="1675"/>
                </a:lnTo>
                <a:lnTo>
                  <a:pt x="749" y="1678"/>
                </a:lnTo>
                <a:lnTo>
                  <a:pt x="756" y="1680"/>
                </a:lnTo>
                <a:lnTo>
                  <a:pt x="763" y="1684"/>
                </a:lnTo>
                <a:lnTo>
                  <a:pt x="762" y="1699"/>
                </a:lnTo>
                <a:lnTo>
                  <a:pt x="762" y="1711"/>
                </a:lnTo>
                <a:lnTo>
                  <a:pt x="767" y="1721"/>
                </a:lnTo>
                <a:lnTo>
                  <a:pt x="773" y="1729"/>
                </a:lnTo>
                <a:lnTo>
                  <a:pt x="787" y="1743"/>
                </a:lnTo>
                <a:lnTo>
                  <a:pt x="796" y="1750"/>
                </a:lnTo>
                <a:lnTo>
                  <a:pt x="805" y="1757"/>
                </a:lnTo>
                <a:lnTo>
                  <a:pt x="812" y="1765"/>
                </a:lnTo>
                <a:lnTo>
                  <a:pt x="818" y="1774"/>
                </a:lnTo>
                <a:lnTo>
                  <a:pt x="823" y="1786"/>
                </a:lnTo>
                <a:lnTo>
                  <a:pt x="825" y="1801"/>
                </a:lnTo>
                <a:lnTo>
                  <a:pt x="833" y="1800"/>
                </a:lnTo>
                <a:lnTo>
                  <a:pt x="843" y="1798"/>
                </a:lnTo>
                <a:lnTo>
                  <a:pt x="854" y="1796"/>
                </a:lnTo>
                <a:lnTo>
                  <a:pt x="864" y="1793"/>
                </a:lnTo>
                <a:lnTo>
                  <a:pt x="873" y="1790"/>
                </a:lnTo>
                <a:lnTo>
                  <a:pt x="880" y="1784"/>
                </a:lnTo>
                <a:lnTo>
                  <a:pt x="883" y="1777"/>
                </a:lnTo>
                <a:lnTo>
                  <a:pt x="886" y="1764"/>
                </a:lnTo>
                <a:lnTo>
                  <a:pt x="887" y="1750"/>
                </a:lnTo>
                <a:lnTo>
                  <a:pt x="886" y="1735"/>
                </a:lnTo>
                <a:lnTo>
                  <a:pt x="882" y="1720"/>
                </a:lnTo>
                <a:lnTo>
                  <a:pt x="876" y="1711"/>
                </a:lnTo>
                <a:lnTo>
                  <a:pt x="867" y="1701"/>
                </a:lnTo>
                <a:lnTo>
                  <a:pt x="856" y="1690"/>
                </a:lnTo>
                <a:lnTo>
                  <a:pt x="843" y="1680"/>
                </a:lnTo>
                <a:lnTo>
                  <a:pt x="831" y="1670"/>
                </a:lnTo>
                <a:lnTo>
                  <a:pt x="818" y="1662"/>
                </a:lnTo>
                <a:lnTo>
                  <a:pt x="808" y="1656"/>
                </a:lnTo>
                <a:lnTo>
                  <a:pt x="793" y="1648"/>
                </a:lnTo>
                <a:lnTo>
                  <a:pt x="775" y="1641"/>
                </a:lnTo>
                <a:lnTo>
                  <a:pt x="756" y="1637"/>
                </a:lnTo>
                <a:lnTo>
                  <a:pt x="737" y="1636"/>
                </a:lnTo>
                <a:close/>
                <a:moveTo>
                  <a:pt x="289" y="1557"/>
                </a:moveTo>
                <a:lnTo>
                  <a:pt x="338" y="1625"/>
                </a:lnTo>
                <a:lnTo>
                  <a:pt x="366" y="1622"/>
                </a:lnTo>
                <a:lnTo>
                  <a:pt x="389" y="1617"/>
                </a:lnTo>
                <a:lnTo>
                  <a:pt x="411" y="1610"/>
                </a:lnTo>
                <a:lnTo>
                  <a:pt x="429" y="1600"/>
                </a:lnTo>
                <a:lnTo>
                  <a:pt x="445" y="1587"/>
                </a:lnTo>
                <a:lnTo>
                  <a:pt x="289" y="1557"/>
                </a:lnTo>
                <a:close/>
                <a:moveTo>
                  <a:pt x="247" y="1427"/>
                </a:moveTo>
                <a:lnTo>
                  <a:pt x="272" y="1511"/>
                </a:lnTo>
                <a:lnTo>
                  <a:pt x="363" y="1511"/>
                </a:lnTo>
                <a:lnTo>
                  <a:pt x="363" y="1496"/>
                </a:lnTo>
                <a:lnTo>
                  <a:pt x="247" y="1427"/>
                </a:lnTo>
                <a:close/>
                <a:moveTo>
                  <a:pt x="826" y="1425"/>
                </a:moveTo>
                <a:lnTo>
                  <a:pt x="816" y="1426"/>
                </a:lnTo>
                <a:lnTo>
                  <a:pt x="805" y="1427"/>
                </a:lnTo>
                <a:lnTo>
                  <a:pt x="783" y="1433"/>
                </a:lnTo>
                <a:lnTo>
                  <a:pt x="773" y="1437"/>
                </a:lnTo>
                <a:lnTo>
                  <a:pt x="763" y="1442"/>
                </a:lnTo>
                <a:lnTo>
                  <a:pt x="755" y="1449"/>
                </a:lnTo>
                <a:lnTo>
                  <a:pt x="748" y="1457"/>
                </a:lnTo>
                <a:lnTo>
                  <a:pt x="743" y="1468"/>
                </a:lnTo>
                <a:lnTo>
                  <a:pt x="741" y="1481"/>
                </a:lnTo>
                <a:lnTo>
                  <a:pt x="742" y="1496"/>
                </a:lnTo>
                <a:lnTo>
                  <a:pt x="747" y="1507"/>
                </a:lnTo>
                <a:lnTo>
                  <a:pt x="753" y="1515"/>
                </a:lnTo>
                <a:lnTo>
                  <a:pt x="762" y="1521"/>
                </a:lnTo>
                <a:lnTo>
                  <a:pt x="771" y="1524"/>
                </a:lnTo>
                <a:lnTo>
                  <a:pt x="781" y="1526"/>
                </a:lnTo>
                <a:lnTo>
                  <a:pt x="790" y="1526"/>
                </a:lnTo>
                <a:lnTo>
                  <a:pt x="800" y="1526"/>
                </a:lnTo>
                <a:lnTo>
                  <a:pt x="799" y="1525"/>
                </a:lnTo>
                <a:lnTo>
                  <a:pt x="796" y="1521"/>
                </a:lnTo>
                <a:lnTo>
                  <a:pt x="794" y="1515"/>
                </a:lnTo>
                <a:lnTo>
                  <a:pt x="793" y="1507"/>
                </a:lnTo>
                <a:lnTo>
                  <a:pt x="794" y="1498"/>
                </a:lnTo>
                <a:lnTo>
                  <a:pt x="800" y="1488"/>
                </a:lnTo>
                <a:lnTo>
                  <a:pt x="808" y="1481"/>
                </a:lnTo>
                <a:lnTo>
                  <a:pt x="817" y="1476"/>
                </a:lnTo>
                <a:lnTo>
                  <a:pt x="827" y="1473"/>
                </a:lnTo>
                <a:lnTo>
                  <a:pt x="838" y="1473"/>
                </a:lnTo>
                <a:lnTo>
                  <a:pt x="849" y="1477"/>
                </a:lnTo>
                <a:lnTo>
                  <a:pt x="858" y="1482"/>
                </a:lnTo>
                <a:lnTo>
                  <a:pt x="866" y="1493"/>
                </a:lnTo>
                <a:lnTo>
                  <a:pt x="873" y="1510"/>
                </a:lnTo>
                <a:lnTo>
                  <a:pt x="875" y="1527"/>
                </a:lnTo>
                <a:lnTo>
                  <a:pt x="871" y="1543"/>
                </a:lnTo>
                <a:lnTo>
                  <a:pt x="864" y="1558"/>
                </a:lnTo>
                <a:lnTo>
                  <a:pt x="852" y="1571"/>
                </a:lnTo>
                <a:lnTo>
                  <a:pt x="837" y="1581"/>
                </a:lnTo>
                <a:lnTo>
                  <a:pt x="819" y="1589"/>
                </a:lnTo>
                <a:lnTo>
                  <a:pt x="801" y="1594"/>
                </a:lnTo>
                <a:lnTo>
                  <a:pt x="781" y="1596"/>
                </a:lnTo>
                <a:lnTo>
                  <a:pt x="762" y="1593"/>
                </a:lnTo>
                <a:lnTo>
                  <a:pt x="742" y="1587"/>
                </a:lnTo>
                <a:lnTo>
                  <a:pt x="729" y="1581"/>
                </a:lnTo>
                <a:lnTo>
                  <a:pt x="720" y="1575"/>
                </a:lnTo>
                <a:lnTo>
                  <a:pt x="707" y="1562"/>
                </a:lnTo>
                <a:lnTo>
                  <a:pt x="701" y="1553"/>
                </a:lnTo>
                <a:lnTo>
                  <a:pt x="693" y="1542"/>
                </a:lnTo>
                <a:lnTo>
                  <a:pt x="685" y="1527"/>
                </a:lnTo>
                <a:lnTo>
                  <a:pt x="680" y="1515"/>
                </a:lnTo>
                <a:lnTo>
                  <a:pt x="679" y="1503"/>
                </a:lnTo>
                <a:lnTo>
                  <a:pt x="681" y="1492"/>
                </a:lnTo>
                <a:lnTo>
                  <a:pt x="692" y="1459"/>
                </a:lnTo>
                <a:lnTo>
                  <a:pt x="694" y="1447"/>
                </a:lnTo>
                <a:lnTo>
                  <a:pt x="693" y="1435"/>
                </a:lnTo>
                <a:lnTo>
                  <a:pt x="668" y="1445"/>
                </a:lnTo>
                <a:lnTo>
                  <a:pt x="643" y="1456"/>
                </a:lnTo>
                <a:lnTo>
                  <a:pt x="619" y="1467"/>
                </a:lnTo>
                <a:lnTo>
                  <a:pt x="595" y="1477"/>
                </a:lnTo>
                <a:lnTo>
                  <a:pt x="567" y="1487"/>
                </a:lnTo>
                <a:lnTo>
                  <a:pt x="536" y="1496"/>
                </a:lnTo>
                <a:lnTo>
                  <a:pt x="571" y="1521"/>
                </a:lnTo>
                <a:lnTo>
                  <a:pt x="606" y="1544"/>
                </a:lnTo>
                <a:lnTo>
                  <a:pt x="641" y="1564"/>
                </a:lnTo>
                <a:lnTo>
                  <a:pt x="679" y="1582"/>
                </a:lnTo>
                <a:lnTo>
                  <a:pt x="718" y="1597"/>
                </a:lnTo>
                <a:lnTo>
                  <a:pt x="759" y="1608"/>
                </a:lnTo>
                <a:lnTo>
                  <a:pt x="803" y="1617"/>
                </a:lnTo>
                <a:lnTo>
                  <a:pt x="849" y="1623"/>
                </a:lnTo>
                <a:lnTo>
                  <a:pt x="899" y="1625"/>
                </a:lnTo>
                <a:lnTo>
                  <a:pt x="899" y="1587"/>
                </a:lnTo>
                <a:lnTo>
                  <a:pt x="906" y="1587"/>
                </a:lnTo>
                <a:lnTo>
                  <a:pt x="915" y="1589"/>
                </a:lnTo>
                <a:lnTo>
                  <a:pt x="924" y="1591"/>
                </a:lnTo>
                <a:lnTo>
                  <a:pt x="933" y="1593"/>
                </a:lnTo>
                <a:lnTo>
                  <a:pt x="941" y="1594"/>
                </a:lnTo>
                <a:lnTo>
                  <a:pt x="948" y="1594"/>
                </a:lnTo>
                <a:lnTo>
                  <a:pt x="956" y="1592"/>
                </a:lnTo>
                <a:lnTo>
                  <a:pt x="961" y="1587"/>
                </a:lnTo>
                <a:lnTo>
                  <a:pt x="965" y="1580"/>
                </a:lnTo>
                <a:lnTo>
                  <a:pt x="967" y="1568"/>
                </a:lnTo>
                <a:lnTo>
                  <a:pt x="967" y="1553"/>
                </a:lnTo>
                <a:lnTo>
                  <a:pt x="965" y="1537"/>
                </a:lnTo>
                <a:lnTo>
                  <a:pt x="962" y="1521"/>
                </a:lnTo>
                <a:lnTo>
                  <a:pt x="957" y="1503"/>
                </a:lnTo>
                <a:lnTo>
                  <a:pt x="950" y="1487"/>
                </a:lnTo>
                <a:lnTo>
                  <a:pt x="943" y="1471"/>
                </a:lnTo>
                <a:lnTo>
                  <a:pt x="934" y="1459"/>
                </a:lnTo>
                <a:lnTo>
                  <a:pt x="924" y="1450"/>
                </a:lnTo>
                <a:lnTo>
                  <a:pt x="913" y="1444"/>
                </a:lnTo>
                <a:lnTo>
                  <a:pt x="898" y="1438"/>
                </a:lnTo>
                <a:lnTo>
                  <a:pt x="882" y="1432"/>
                </a:lnTo>
                <a:lnTo>
                  <a:pt x="863" y="1427"/>
                </a:lnTo>
                <a:lnTo>
                  <a:pt x="844" y="1425"/>
                </a:lnTo>
                <a:lnTo>
                  <a:pt x="826" y="1425"/>
                </a:lnTo>
                <a:close/>
                <a:moveTo>
                  <a:pt x="454" y="1374"/>
                </a:moveTo>
                <a:lnTo>
                  <a:pt x="495" y="1466"/>
                </a:lnTo>
                <a:lnTo>
                  <a:pt x="619" y="1389"/>
                </a:lnTo>
                <a:lnTo>
                  <a:pt x="619" y="1382"/>
                </a:lnTo>
                <a:lnTo>
                  <a:pt x="454" y="1374"/>
                </a:lnTo>
                <a:close/>
                <a:moveTo>
                  <a:pt x="734" y="1260"/>
                </a:moveTo>
                <a:lnTo>
                  <a:pt x="747" y="1280"/>
                </a:lnTo>
                <a:lnTo>
                  <a:pt x="763" y="1297"/>
                </a:lnTo>
                <a:lnTo>
                  <a:pt x="781" y="1312"/>
                </a:lnTo>
                <a:lnTo>
                  <a:pt x="801" y="1326"/>
                </a:lnTo>
                <a:lnTo>
                  <a:pt x="822" y="1339"/>
                </a:lnTo>
                <a:lnTo>
                  <a:pt x="866" y="1361"/>
                </a:lnTo>
                <a:lnTo>
                  <a:pt x="889" y="1371"/>
                </a:lnTo>
                <a:lnTo>
                  <a:pt x="911" y="1382"/>
                </a:lnTo>
                <a:lnTo>
                  <a:pt x="932" y="1394"/>
                </a:lnTo>
                <a:lnTo>
                  <a:pt x="953" y="1407"/>
                </a:lnTo>
                <a:lnTo>
                  <a:pt x="971" y="1422"/>
                </a:lnTo>
                <a:lnTo>
                  <a:pt x="989" y="1439"/>
                </a:lnTo>
                <a:lnTo>
                  <a:pt x="1002" y="1459"/>
                </a:lnTo>
                <a:lnTo>
                  <a:pt x="1014" y="1481"/>
                </a:lnTo>
                <a:lnTo>
                  <a:pt x="1023" y="1481"/>
                </a:lnTo>
                <a:lnTo>
                  <a:pt x="1031" y="1260"/>
                </a:lnTo>
                <a:lnTo>
                  <a:pt x="989" y="1268"/>
                </a:lnTo>
                <a:lnTo>
                  <a:pt x="948" y="1271"/>
                </a:lnTo>
                <a:lnTo>
                  <a:pt x="908" y="1272"/>
                </a:lnTo>
                <a:lnTo>
                  <a:pt x="868" y="1270"/>
                </a:lnTo>
                <a:lnTo>
                  <a:pt x="826" y="1267"/>
                </a:lnTo>
                <a:lnTo>
                  <a:pt x="782" y="1263"/>
                </a:lnTo>
                <a:lnTo>
                  <a:pt x="734" y="1260"/>
                </a:lnTo>
                <a:close/>
                <a:moveTo>
                  <a:pt x="429" y="1245"/>
                </a:moveTo>
                <a:lnTo>
                  <a:pt x="437" y="1351"/>
                </a:lnTo>
                <a:lnTo>
                  <a:pt x="553" y="1306"/>
                </a:lnTo>
                <a:lnTo>
                  <a:pt x="429" y="1245"/>
                </a:lnTo>
                <a:close/>
                <a:moveTo>
                  <a:pt x="223" y="1245"/>
                </a:moveTo>
                <a:lnTo>
                  <a:pt x="247" y="1405"/>
                </a:lnTo>
                <a:lnTo>
                  <a:pt x="355" y="1435"/>
                </a:lnTo>
                <a:lnTo>
                  <a:pt x="338" y="1420"/>
                </a:lnTo>
                <a:lnTo>
                  <a:pt x="223" y="1245"/>
                </a:lnTo>
                <a:close/>
                <a:moveTo>
                  <a:pt x="1014" y="1176"/>
                </a:moveTo>
                <a:lnTo>
                  <a:pt x="998" y="1191"/>
                </a:lnTo>
                <a:lnTo>
                  <a:pt x="980" y="1201"/>
                </a:lnTo>
                <a:lnTo>
                  <a:pt x="959" y="1208"/>
                </a:lnTo>
                <a:lnTo>
                  <a:pt x="937" y="1213"/>
                </a:lnTo>
                <a:lnTo>
                  <a:pt x="915" y="1215"/>
                </a:lnTo>
                <a:lnTo>
                  <a:pt x="891" y="1216"/>
                </a:lnTo>
                <a:lnTo>
                  <a:pt x="866" y="1217"/>
                </a:lnTo>
                <a:lnTo>
                  <a:pt x="814" y="1217"/>
                </a:lnTo>
                <a:lnTo>
                  <a:pt x="786" y="1218"/>
                </a:lnTo>
                <a:lnTo>
                  <a:pt x="759" y="1222"/>
                </a:lnTo>
                <a:lnTo>
                  <a:pt x="762" y="1223"/>
                </a:lnTo>
                <a:lnTo>
                  <a:pt x="768" y="1224"/>
                </a:lnTo>
                <a:lnTo>
                  <a:pt x="779" y="1226"/>
                </a:lnTo>
                <a:lnTo>
                  <a:pt x="793" y="1229"/>
                </a:lnTo>
                <a:lnTo>
                  <a:pt x="809" y="1231"/>
                </a:lnTo>
                <a:lnTo>
                  <a:pt x="828" y="1234"/>
                </a:lnTo>
                <a:lnTo>
                  <a:pt x="849" y="1235"/>
                </a:lnTo>
                <a:lnTo>
                  <a:pt x="871" y="1237"/>
                </a:lnTo>
                <a:lnTo>
                  <a:pt x="893" y="1237"/>
                </a:lnTo>
                <a:lnTo>
                  <a:pt x="915" y="1235"/>
                </a:lnTo>
                <a:lnTo>
                  <a:pt x="938" y="1233"/>
                </a:lnTo>
                <a:lnTo>
                  <a:pt x="959" y="1228"/>
                </a:lnTo>
                <a:lnTo>
                  <a:pt x="979" y="1221"/>
                </a:lnTo>
                <a:lnTo>
                  <a:pt x="996" y="1212"/>
                </a:lnTo>
                <a:lnTo>
                  <a:pt x="1011" y="1199"/>
                </a:lnTo>
                <a:lnTo>
                  <a:pt x="1023" y="1184"/>
                </a:lnTo>
                <a:lnTo>
                  <a:pt x="1014" y="1176"/>
                </a:lnTo>
                <a:close/>
                <a:moveTo>
                  <a:pt x="429" y="1077"/>
                </a:moveTo>
                <a:lnTo>
                  <a:pt x="421" y="1207"/>
                </a:lnTo>
                <a:lnTo>
                  <a:pt x="437" y="1207"/>
                </a:lnTo>
                <a:lnTo>
                  <a:pt x="528" y="1229"/>
                </a:lnTo>
                <a:lnTo>
                  <a:pt x="429" y="1077"/>
                </a:lnTo>
                <a:close/>
                <a:moveTo>
                  <a:pt x="775" y="1039"/>
                </a:moveTo>
                <a:lnTo>
                  <a:pt x="784" y="1061"/>
                </a:lnTo>
                <a:lnTo>
                  <a:pt x="794" y="1081"/>
                </a:lnTo>
                <a:lnTo>
                  <a:pt x="803" y="1100"/>
                </a:lnTo>
                <a:lnTo>
                  <a:pt x="812" y="1117"/>
                </a:lnTo>
                <a:lnTo>
                  <a:pt x="822" y="1131"/>
                </a:lnTo>
                <a:lnTo>
                  <a:pt x="833" y="1143"/>
                </a:lnTo>
                <a:lnTo>
                  <a:pt x="846" y="1153"/>
                </a:lnTo>
                <a:lnTo>
                  <a:pt x="860" y="1162"/>
                </a:lnTo>
                <a:lnTo>
                  <a:pt x="875" y="1167"/>
                </a:lnTo>
                <a:lnTo>
                  <a:pt x="893" y="1169"/>
                </a:lnTo>
                <a:lnTo>
                  <a:pt x="913" y="1169"/>
                </a:lnTo>
                <a:lnTo>
                  <a:pt x="936" y="1167"/>
                </a:lnTo>
                <a:lnTo>
                  <a:pt x="961" y="1162"/>
                </a:lnTo>
                <a:lnTo>
                  <a:pt x="990" y="1153"/>
                </a:lnTo>
                <a:lnTo>
                  <a:pt x="969" y="1142"/>
                </a:lnTo>
                <a:lnTo>
                  <a:pt x="946" y="1130"/>
                </a:lnTo>
                <a:lnTo>
                  <a:pt x="922" y="1117"/>
                </a:lnTo>
                <a:lnTo>
                  <a:pt x="874" y="1088"/>
                </a:lnTo>
                <a:lnTo>
                  <a:pt x="851" y="1075"/>
                </a:lnTo>
                <a:lnTo>
                  <a:pt x="829" y="1063"/>
                </a:lnTo>
                <a:lnTo>
                  <a:pt x="809" y="1052"/>
                </a:lnTo>
                <a:lnTo>
                  <a:pt x="791" y="1044"/>
                </a:lnTo>
                <a:lnTo>
                  <a:pt x="775" y="1039"/>
                </a:lnTo>
                <a:close/>
                <a:moveTo>
                  <a:pt x="676" y="1039"/>
                </a:moveTo>
                <a:lnTo>
                  <a:pt x="693" y="1199"/>
                </a:lnTo>
                <a:lnTo>
                  <a:pt x="792" y="1176"/>
                </a:lnTo>
                <a:lnTo>
                  <a:pt x="784" y="1161"/>
                </a:lnTo>
                <a:lnTo>
                  <a:pt x="776" y="1144"/>
                </a:lnTo>
                <a:lnTo>
                  <a:pt x="768" y="1126"/>
                </a:lnTo>
                <a:lnTo>
                  <a:pt x="760" y="1108"/>
                </a:lnTo>
                <a:lnTo>
                  <a:pt x="751" y="1091"/>
                </a:lnTo>
                <a:lnTo>
                  <a:pt x="742" y="1075"/>
                </a:lnTo>
                <a:lnTo>
                  <a:pt x="734" y="1061"/>
                </a:lnTo>
                <a:lnTo>
                  <a:pt x="726" y="1052"/>
                </a:lnTo>
                <a:lnTo>
                  <a:pt x="718" y="1047"/>
                </a:lnTo>
                <a:lnTo>
                  <a:pt x="706" y="1043"/>
                </a:lnTo>
                <a:lnTo>
                  <a:pt x="696" y="1042"/>
                </a:lnTo>
                <a:lnTo>
                  <a:pt x="684" y="1040"/>
                </a:lnTo>
                <a:lnTo>
                  <a:pt x="676" y="1039"/>
                </a:lnTo>
                <a:close/>
                <a:moveTo>
                  <a:pt x="324" y="1024"/>
                </a:moveTo>
                <a:lnTo>
                  <a:pt x="313" y="1025"/>
                </a:lnTo>
                <a:lnTo>
                  <a:pt x="302" y="1026"/>
                </a:lnTo>
                <a:lnTo>
                  <a:pt x="289" y="1029"/>
                </a:lnTo>
                <a:lnTo>
                  <a:pt x="277" y="1032"/>
                </a:lnTo>
                <a:lnTo>
                  <a:pt x="264" y="1037"/>
                </a:lnTo>
                <a:lnTo>
                  <a:pt x="253" y="1044"/>
                </a:lnTo>
                <a:lnTo>
                  <a:pt x="243" y="1054"/>
                </a:lnTo>
                <a:lnTo>
                  <a:pt x="236" y="1064"/>
                </a:lnTo>
                <a:lnTo>
                  <a:pt x="231" y="1077"/>
                </a:lnTo>
                <a:lnTo>
                  <a:pt x="228" y="1101"/>
                </a:lnTo>
                <a:lnTo>
                  <a:pt x="230" y="1126"/>
                </a:lnTo>
                <a:lnTo>
                  <a:pt x="235" y="1154"/>
                </a:lnTo>
                <a:lnTo>
                  <a:pt x="243" y="1182"/>
                </a:lnTo>
                <a:lnTo>
                  <a:pt x="254" y="1210"/>
                </a:lnTo>
                <a:lnTo>
                  <a:pt x="267" y="1238"/>
                </a:lnTo>
                <a:lnTo>
                  <a:pt x="282" y="1266"/>
                </a:lnTo>
                <a:lnTo>
                  <a:pt x="300" y="1292"/>
                </a:lnTo>
                <a:lnTo>
                  <a:pt x="318" y="1317"/>
                </a:lnTo>
                <a:lnTo>
                  <a:pt x="338" y="1339"/>
                </a:lnTo>
                <a:lnTo>
                  <a:pt x="358" y="1358"/>
                </a:lnTo>
                <a:lnTo>
                  <a:pt x="379" y="1374"/>
                </a:lnTo>
                <a:lnTo>
                  <a:pt x="371" y="1100"/>
                </a:lnTo>
                <a:lnTo>
                  <a:pt x="359" y="1099"/>
                </a:lnTo>
                <a:lnTo>
                  <a:pt x="334" y="1098"/>
                </a:lnTo>
                <a:lnTo>
                  <a:pt x="323" y="1095"/>
                </a:lnTo>
                <a:lnTo>
                  <a:pt x="313" y="1092"/>
                </a:lnTo>
                <a:lnTo>
                  <a:pt x="305" y="1085"/>
                </a:lnTo>
                <a:lnTo>
                  <a:pt x="303" y="1078"/>
                </a:lnTo>
                <a:lnTo>
                  <a:pt x="305" y="1070"/>
                </a:lnTo>
                <a:lnTo>
                  <a:pt x="310" y="1061"/>
                </a:lnTo>
                <a:lnTo>
                  <a:pt x="317" y="1052"/>
                </a:lnTo>
                <a:lnTo>
                  <a:pt x="325" y="1043"/>
                </a:lnTo>
                <a:lnTo>
                  <a:pt x="333" y="1033"/>
                </a:lnTo>
                <a:lnTo>
                  <a:pt x="338" y="1024"/>
                </a:lnTo>
                <a:lnTo>
                  <a:pt x="324" y="1024"/>
                </a:lnTo>
                <a:close/>
                <a:moveTo>
                  <a:pt x="891" y="917"/>
                </a:moveTo>
                <a:lnTo>
                  <a:pt x="893" y="938"/>
                </a:lnTo>
                <a:lnTo>
                  <a:pt x="895" y="960"/>
                </a:lnTo>
                <a:lnTo>
                  <a:pt x="895" y="984"/>
                </a:lnTo>
                <a:lnTo>
                  <a:pt x="896" y="1007"/>
                </a:lnTo>
                <a:lnTo>
                  <a:pt x="898" y="1030"/>
                </a:lnTo>
                <a:lnTo>
                  <a:pt x="901" y="1052"/>
                </a:lnTo>
                <a:lnTo>
                  <a:pt x="906" y="1073"/>
                </a:lnTo>
                <a:lnTo>
                  <a:pt x="915" y="1092"/>
                </a:lnTo>
                <a:lnTo>
                  <a:pt x="981" y="1108"/>
                </a:lnTo>
                <a:lnTo>
                  <a:pt x="976" y="1090"/>
                </a:lnTo>
                <a:lnTo>
                  <a:pt x="971" y="1071"/>
                </a:lnTo>
                <a:lnTo>
                  <a:pt x="969" y="1054"/>
                </a:lnTo>
                <a:lnTo>
                  <a:pt x="966" y="1035"/>
                </a:lnTo>
                <a:lnTo>
                  <a:pt x="964" y="1018"/>
                </a:lnTo>
                <a:lnTo>
                  <a:pt x="960" y="1001"/>
                </a:lnTo>
                <a:lnTo>
                  <a:pt x="957" y="985"/>
                </a:lnTo>
                <a:lnTo>
                  <a:pt x="952" y="970"/>
                </a:lnTo>
                <a:lnTo>
                  <a:pt x="946" y="956"/>
                </a:lnTo>
                <a:lnTo>
                  <a:pt x="937" y="944"/>
                </a:lnTo>
                <a:lnTo>
                  <a:pt x="925" y="933"/>
                </a:lnTo>
                <a:lnTo>
                  <a:pt x="909" y="924"/>
                </a:lnTo>
                <a:lnTo>
                  <a:pt x="891" y="917"/>
                </a:lnTo>
                <a:close/>
                <a:moveTo>
                  <a:pt x="495" y="864"/>
                </a:moveTo>
                <a:lnTo>
                  <a:pt x="445" y="1024"/>
                </a:lnTo>
                <a:lnTo>
                  <a:pt x="459" y="1037"/>
                </a:lnTo>
                <a:lnTo>
                  <a:pt x="471" y="1052"/>
                </a:lnTo>
                <a:lnTo>
                  <a:pt x="482" y="1066"/>
                </a:lnTo>
                <a:lnTo>
                  <a:pt x="504" y="1097"/>
                </a:lnTo>
                <a:lnTo>
                  <a:pt x="515" y="1111"/>
                </a:lnTo>
                <a:lnTo>
                  <a:pt x="528" y="1125"/>
                </a:lnTo>
                <a:lnTo>
                  <a:pt x="543" y="1136"/>
                </a:lnTo>
                <a:lnTo>
                  <a:pt x="561" y="1146"/>
                </a:lnTo>
                <a:lnTo>
                  <a:pt x="561" y="1138"/>
                </a:lnTo>
                <a:lnTo>
                  <a:pt x="495" y="864"/>
                </a:lnTo>
                <a:close/>
                <a:moveTo>
                  <a:pt x="971" y="749"/>
                </a:moveTo>
                <a:lnTo>
                  <a:pt x="959" y="751"/>
                </a:lnTo>
                <a:lnTo>
                  <a:pt x="946" y="755"/>
                </a:lnTo>
                <a:lnTo>
                  <a:pt x="934" y="762"/>
                </a:lnTo>
                <a:lnTo>
                  <a:pt x="924" y="773"/>
                </a:lnTo>
                <a:lnTo>
                  <a:pt x="920" y="780"/>
                </a:lnTo>
                <a:lnTo>
                  <a:pt x="917" y="792"/>
                </a:lnTo>
                <a:lnTo>
                  <a:pt x="916" y="806"/>
                </a:lnTo>
                <a:lnTo>
                  <a:pt x="915" y="820"/>
                </a:lnTo>
                <a:lnTo>
                  <a:pt x="915" y="849"/>
                </a:lnTo>
                <a:lnTo>
                  <a:pt x="932" y="856"/>
                </a:lnTo>
                <a:lnTo>
                  <a:pt x="942" y="847"/>
                </a:lnTo>
                <a:lnTo>
                  <a:pt x="951" y="837"/>
                </a:lnTo>
                <a:lnTo>
                  <a:pt x="960" y="828"/>
                </a:lnTo>
                <a:lnTo>
                  <a:pt x="969" y="822"/>
                </a:lnTo>
                <a:lnTo>
                  <a:pt x="977" y="817"/>
                </a:lnTo>
                <a:lnTo>
                  <a:pt x="984" y="817"/>
                </a:lnTo>
                <a:lnTo>
                  <a:pt x="991" y="822"/>
                </a:lnTo>
                <a:lnTo>
                  <a:pt x="995" y="828"/>
                </a:lnTo>
                <a:lnTo>
                  <a:pt x="996" y="838"/>
                </a:lnTo>
                <a:lnTo>
                  <a:pt x="995" y="850"/>
                </a:lnTo>
                <a:lnTo>
                  <a:pt x="992" y="862"/>
                </a:lnTo>
                <a:lnTo>
                  <a:pt x="989" y="877"/>
                </a:lnTo>
                <a:lnTo>
                  <a:pt x="983" y="891"/>
                </a:lnTo>
                <a:lnTo>
                  <a:pt x="979" y="905"/>
                </a:lnTo>
                <a:lnTo>
                  <a:pt x="973" y="917"/>
                </a:lnTo>
                <a:lnTo>
                  <a:pt x="977" y="918"/>
                </a:lnTo>
                <a:lnTo>
                  <a:pt x="982" y="919"/>
                </a:lnTo>
                <a:lnTo>
                  <a:pt x="988" y="919"/>
                </a:lnTo>
                <a:lnTo>
                  <a:pt x="994" y="917"/>
                </a:lnTo>
                <a:lnTo>
                  <a:pt x="1002" y="914"/>
                </a:lnTo>
                <a:lnTo>
                  <a:pt x="1012" y="908"/>
                </a:lnTo>
                <a:lnTo>
                  <a:pt x="1023" y="898"/>
                </a:lnTo>
                <a:lnTo>
                  <a:pt x="1026" y="891"/>
                </a:lnTo>
                <a:lnTo>
                  <a:pt x="1029" y="881"/>
                </a:lnTo>
                <a:lnTo>
                  <a:pt x="1032" y="867"/>
                </a:lnTo>
                <a:lnTo>
                  <a:pt x="1034" y="852"/>
                </a:lnTo>
                <a:lnTo>
                  <a:pt x="1035" y="836"/>
                </a:lnTo>
                <a:lnTo>
                  <a:pt x="1036" y="820"/>
                </a:lnTo>
                <a:lnTo>
                  <a:pt x="1036" y="805"/>
                </a:lnTo>
                <a:lnTo>
                  <a:pt x="1035" y="790"/>
                </a:lnTo>
                <a:lnTo>
                  <a:pt x="1034" y="780"/>
                </a:lnTo>
                <a:lnTo>
                  <a:pt x="1031" y="773"/>
                </a:lnTo>
                <a:lnTo>
                  <a:pt x="1025" y="767"/>
                </a:lnTo>
                <a:lnTo>
                  <a:pt x="1018" y="761"/>
                </a:lnTo>
                <a:lnTo>
                  <a:pt x="1008" y="756"/>
                </a:lnTo>
                <a:lnTo>
                  <a:pt x="997" y="752"/>
                </a:lnTo>
                <a:lnTo>
                  <a:pt x="984" y="750"/>
                </a:lnTo>
                <a:lnTo>
                  <a:pt x="971" y="749"/>
                </a:lnTo>
                <a:close/>
                <a:moveTo>
                  <a:pt x="585" y="724"/>
                </a:moveTo>
                <a:lnTo>
                  <a:pt x="569" y="727"/>
                </a:lnTo>
                <a:lnTo>
                  <a:pt x="558" y="734"/>
                </a:lnTo>
                <a:lnTo>
                  <a:pt x="550" y="745"/>
                </a:lnTo>
                <a:lnTo>
                  <a:pt x="544" y="757"/>
                </a:lnTo>
                <a:lnTo>
                  <a:pt x="543" y="777"/>
                </a:lnTo>
                <a:lnTo>
                  <a:pt x="543" y="801"/>
                </a:lnTo>
                <a:lnTo>
                  <a:pt x="544" y="827"/>
                </a:lnTo>
                <a:lnTo>
                  <a:pt x="547" y="855"/>
                </a:lnTo>
                <a:lnTo>
                  <a:pt x="558" y="916"/>
                </a:lnTo>
                <a:lnTo>
                  <a:pt x="565" y="946"/>
                </a:lnTo>
                <a:lnTo>
                  <a:pt x="572" y="977"/>
                </a:lnTo>
                <a:lnTo>
                  <a:pt x="578" y="1005"/>
                </a:lnTo>
                <a:lnTo>
                  <a:pt x="586" y="1032"/>
                </a:lnTo>
                <a:lnTo>
                  <a:pt x="602" y="1032"/>
                </a:lnTo>
                <a:lnTo>
                  <a:pt x="604" y="993"/>
                </a:lnTo>
                <a:lnTo>
                  <a:pt x="609" y="958"/>
                </a:lnTo>
                <a:lnTo>
                  <a:pt x="617" y="923"/>
                </a:lnTo>
                <a:lnTo>
                  <a:pt x="627" y="892"/>
                </a:lnTo>
                <a:lnTo>
                  <a:pt x="639" y="861"/>
                </a:lnTo>
                <a:lnTo>
                  <a:pt x="652" y="834"/>
                </a:lnTo>
                <a:lnTo>
                  <a:pt x="640" y="828"/>
                </a:lnTo>
                <a:lnTo>
                  <a:pt x="628" y="823"/>
                </a:lnTo>
                <a:lnTo>
                  <a:pt x="602" y="812"/>
                </a:lnTo>
                <a:lnTo>
                  <a:pt x="592" y="808"/>
                </a:lnTo>
                <a:lnTo>
                  <a:pt x="584" y="804"/>
                </a:lnTo>
                <a:lnTo>
                  <a:pt x="580" y="801"/>
                </a:lnTo>
                <a:lnTo>
                  <a:pt x="576" y="793"/>
                </a:lnTo>
                <a:lnTo>
                  <a:pt x="574" y="784"/>
                </a:lnTo>
                <a:lnTo>
                  <a:pt x="575" y="773"/>
                </a:lnTo>
                <a:lnTo>
                  <a:pt x="579" y="764"/>
                </a:lnTo>
                <a:lnTo>
                  <a:pt x="586" y="756"/>
                </a:lnTo>
                <a:lnTo>
                  <a:pt x="595" y="751"/>
                </a:lnTo>
                <a:lnTo>
                  <a:pt x="605" y="750"/>
                </a:lnTo>
                <a:lnTo>
                  <a:pt x="616" y="751"/>
                </a:lnTo>
                <a:lnTo>
                  <a:pt x="626" y="752"/>
                </a:lnTo>
                <a:lnTo>
                  <a:pt x="635" y="755"/>
                </a:lnTo>
                <a:lnTo>
                  <a:pt x="643" y="757"/>
                </a:lnTo>
                <a:lnTo>
                  <a:pt x="642" y="756"/>
                </a:lnTo>
                <a:lnTo>
                  <a:pt x="640" y="751"/>
                </a:lnTo>
                <a:lnTo>
                  <a:pt x="635" y="746"/>
                </a:lnTo>
                <a:lnTo>
                  <a:pt x="629" y="739"/>
                </a:lnTo>
                <a:lnTo>
                  <a:pt x="620" y="732"/>
                </a:lnTo>
                <a:lnTo>
                  <a:pt x="610" y="727"/>
                </a:lnTo>
                <a:lnTo>
                  <a:pt x="598" y="724"/>
                </a:lnTo>
                <a:lnTo>
                  <a:pt x="585" y="724"/>
                </a:lnTo>
                <a:close/>
                <a:moveTo>
                  <a:pt x="792" y="666"/>
                </a:moveTo>
                <a:lnTo>
                  <a:pt x="783" y="694"/>
                </a:lnTo>
                <a:lnTo>
                  <a:pt x="770" y="723"/>
                </a:lnTo>
                <a:lnTo>
                  <a:pt x="756" y="752"/>
                </a:lnTo>
                <a:lnTo>
                  <a:pt x="741" y="783"/>
                </a:lnTo>
                <a:lnTo>
                  <a:pt x="726" y="814"/>
                </a:lnTo>
                <a:lnTo>
                  <a:pt x="712" y="845"/>
                </a:lnTo>
                <a:lnTo>
                  <a:pt x="699" y="878"/>
                </a:lnTo>
                <a:lnTo>
                  <a:pt x="690" y="909"/>
                </a:lnTo>
                <a:lnTo>
                  <a:pt x="684" y="940"/>
                </a:lnTo>
                <a:lnTo>
                  <a:pt x="681" y="971"/>
                </a:lnTo>
                <a:lnTo>
                  <a:pt x="685" y="1001"/>
                </a:lnTo>
                <a:lnTo>
                  <a:pt x="716" y="998"/>
                </a:lnTo>
                <a:lnTo>
                  <a:pt x="745" y="998"/>
                </a:lnTo>
                <a:lnTo>
                  <a:pt x="772" y="999"/>
                </a:lnTo>
                <a:lnTo>
                  <a:pt x="798" y="1004"/>
                </a:lnTo>
                <a:lnTo>
                  <a:pt x="824" y="1010"/>
                </a:lnTo>
                <a:lnTo>
                  <a:pt x="849" y="1016"/>
                </a:lnTo>
                <a:lnTo>
                  <a:pt x="850" y="1011"/>
                </a:lnTo>
                <a:lnTo>
                  <a:pt x="851" y="1003"/>
                </a:lnTo>
                <a:lnTo>
                  <a:pt x="850" y="992"/>
                </a:lnTo>
                <a:lnTo>
                  <a:pt x="849" y="978"/>
                </a:lnTo>
                <a:lnTo>
                  <a:pt x="846" y="962"/>
                </a:lnTo>
                <a:lnTo>
                  <a:pt x="840" y="945"/>
                </a:lnTo>
                <a:lnTo>
                  <a:pt x="832" y="927"/>
                </a:lnTo>
                <a:lnTo>
                  <a:pt x="820" y="908"/>
                </a:lnTo>
                <a:lnTo>
                  <a:pt x="805" y="888"/>
                </a:lnTo>
                <a:lnTo>
                  <a:pt x="784" y="868"/>
                </a:lnTo>
                <a:lnTo>
                  <a:pt x="759" y="849"/>
                </a:lnTo>
                <a:lnTo>
                  <a:pt x="874" y="856"/>
                </a:lnTo>
                <a:lnTo>
                  <a:pt x="871" y="831"/>
                </a:lnTo>
                <a:lnTo>
                  <a:pt x="874" y="806"/>
                </a:lnTo>
                <a:lnTo>
                  <a:pt x="882" y="783"/>
                </a:lnTo>
                <a:lnTo>
                  <a:pt x="893" y="761"/>
                </a:lnTo>
                <a:lnTo>
                  <a:pt x="907" y="741"/>
                </a:lnTo>
                <a:lnTo>
                  <a:pt x="926" y="725"/>
                </a:lnTo>
                <a:lnTo>
                  <a:pt x="946" y="713"/>
                </a:lnTo>
                <a:lnTo>
                  <a:pt x="967" y="704"/>
                </a:lnTo>
                <a:lnTo>
                  <a:pt x="927" y="702"/>
                </a:lnTo>
                <a:lnTo>
                  <a:pt x="890" y="696"/>
                </a:lnTo>
                <a:lnTo>
                  <a:pt x="855" y="687"/>
                </a:lnTo>
                <a:lnTo>
                  <a:pt x="823" y="677"/>
                </a:lnTo>
                <a:lnTo>
                  <a:pt x="792" y="666"/>
                </a:lnTo>
                <a:close/>
                <a:moveTo>
                  <a:pt x="825" y="559"/>
                </a:moveTo>
                <a:lnTo>
                  <a:pt x="808" y="643"/>
                </a:lnTo>
                <a:lnTo>
                  <a:pt x="834" y="638"/>
                </a:lnTo>
                <a:lnTo>
                  <a:pt x="861" y="637"/>
                </a:lnTo>
                <a:lnTo>
                  <a:pt x="888" y="638"/>
                </a:lnTo>
                <a:lnTo>
                  <a:pt x="915" y="642"/>
                </a:lnTo>
                <a:lnTo>
                  <a:pt x="941" y="646"/>
                </a:lnTo>
                <a:lnTo>
                  <a:pt x="965" y="651"/>
                </a:lnTo>
                <a:lnTo>
                  <a:pt x="825" y="559"/>
                </a:lnTo>
                <a:close/>
                <a:moveTo>
                  <a:pt x="849" y="438"/>
                </a:moveTo>
                <a:lnTo>
                  <a:pt x="841" y="530"/>
                </a:lnTo>
                <a:lnTo>
                  <a:pt x="965" y="567"/>
                </a:lnTo>
                <a:lnTo>
                  <a:pt x="849" y="438"/>
                </a:lnTo>
                <a:close/>
                <a:moveTo>
                  <a:pt x="1050" y="0"/>
                </a:moveTo>
                <a:lnTo>
                  <a:pt x="1050" y="14"/>
                </a:lnTo>
                <a:lnTo>
                  <a:pt x="1051" y="29"/>
                </a:lnTo>
                <a:lnTo>
                  <a:pt x="1051" y="257"/>
                </a:lnTo>
                <a:lnTo>
                  <a:pt x="1052" y="302"/>
                </a:lnTo>
                <a:lnTo>
                  <a:pt x="1052" y="933"/>
                </a:lnTo>
                <a:lnTo>
                  <a:pt x="1051" y="933"/>
                </a:lnTo>
                <a:lnTo>
                  <a:pt x="1050" y="932"/>
                </a:lnTo>
                <a:lnTo>
                  <a:pt x="1048" y="931"/>
                </a:lnTo>
                <a:lnTo>
                  <a:pt x="1041" y="931"/>
                </a:lnTo>
                <a:lnTo>
                  <a:pt x="1039" y="933"/>
                </a:lnTo>
                <a:lnTo>
                  <a:pt x="1036" y="936"/>
                </a:lnTo>
                <a:lnTo>
                  <a:pt x="1021" y="965"/>
                </a:lnTo>
                <a:lnTo>
                  <a:pt x="1014" y="978"/>
                </a:lnTo>
                <a:lnTo>
                  <a:pt x="1008" y="993"/>
                </a:lnTo>
                <a:lnTo>
                  <a:pt x="1003" y="1009"/>
                </a:lnTo>
                <a:lnTo>
                  <a:pt x="1000" y="1025"/>
                </a:lnTo>
                <a:lnTo>
                  <a:pt x="997" y="1040"/>
                </a:lnTo>
                <a:lnTo>
                  <a:pt x="998" y="1054"/>
                </a:lnTo>
                <a:lnTo>
                  <a:pt x="1002" y="1070"/>
                </a:lnTo>
                <a:lnTo>
                  <a:pt x="1006" y="1081"/>
                </a:lnTo>
                <a:lnTo>
                  <a:pt x="1012" y="1091"/>
                </a:lnTo>
                <a:lnTo>
                  <a:pt x="1019" y="1096"/>
                </a:lnTo>
                <a:lnTo>
                  <a:pt x="1026" y="1099"/>
                </a:lnTo>
                <a:lnTo>
                  <a:pt x="1035" y="1101"/>
                </a:lnTo>
                <a:lnTo>
                  <a:pt x="1044" y="1101"/>
                </a:lnTo>
                <a:lnTo>
                  <a:pt x="1052" y="1099"/>
                </a:lnTo>
                <a:lnTo>
                  <a:pt x="1052" y="1610"/>
                </a:lnTo>
                <a:lnTo>
                  <a:pt x="932" y="1610"/>
                </a:lnTo>
                <a:lnTo>
                  <a:pt x="932" y="1633"/>
                </a:lnTo>
                <a:lnTo>
                  <a:pt x="1052" y="1633"/>
                </a:lnTo>
                <a:lnTo>
                  <a:pt x="1052" y="1671"/>
                </a:lnTo>
                <a:lnTo>
                  <a:pt x="1031" y="1671"/>
                </a:lnTo>
                <a:lnTo>
                  <a:pt x="1027" y="1682"/>
                </a:lnTo>
                <a:lnTo>
                  <a:pt x="1025" y="1693"/>
                </a:lnTo>
                <a:lnTo>
                  <a:pt x="1021" y="1705"/>
                </a:lnTo>
                <a:lnTo>
                  <a:pt x="1014" y="1717"/>
                </a:lnTo>
                <a:lnTo>
                  <a:pt x="1008" y="1722"/>
                </a:lnTo>
                <a:lnTo>
                  <a:pt x="998" y="1726"/>
                </a:lnTo>
                <a:lnTo>
                  <a:pt x="985" y="1730"/>
                </a:lnTo>
                <a:lnTo>
                  <a:pt x="941" y="1740"/>
                </a:lnTo>
                <a:lnTo>
                  <a:pt x="929" y="1745"/>
                </a:lnTo>
                <a:lnTo>
                  <a:pt x="920" y="1749"/>
                </a:lnTo>
                <a:lnTo>
                  <a:pt x="915" y="1755"/>
                </a:lnTo>
                <a:lnTo>
                  <a:pt x="914" y="1768"/>
                </a:lnTo>
                <a:lnTo>
                  <a:pt x="915" y="1778"/>
                </a:lnTo>
                <a:lnTo>
                  <a:pt x="921" y="1787"/>
                </a:lnTo>
                <a:lnTo>
                  <a:pt x="928" y="1794"/>
                </a:lnTo>
                <a:lnTo>
                  <a:pt x="937" y="1799"/>
                </a:lnTo>
                <a:lnTo>
                  <a:pt x="948" y="1801"/>
                </a:lnTo>
                <a:lnTo>
                  <a:pt x="963" y="1804"/>
                </a:lnTo>
                <a:lnTo>
                  <a:pt x="982" y="1806"/>
                </a:lnTo>
                <a:lnTo>
                  <a:pt x="1004" y="1810"/>
                </a:lnTo>
                <a:lnTo>
                  <a:pt x="1028" y="1812"/>
                </a:lnTo>
                <a:lnTo>
                  <a:pt x="1052" y="1812"/>
                </a:lnTo>
                <a:lnTo>
                  <a:pt x="1052" y="1988"/>
                </a:lnTo>
                <a:lnTo>
                  <a:pt x="1044" y="1988"/>
                </a:lnTo>
                <a:lnTo>
                  <a:pt x="1036" y="1990"/>
                </a:lnTo>
                <a:lnTo>
                  <a:pt x="1030" y="1993"/>
                </a:lnTo>
                <a:lnTo>
                  <a:pt x="1027" y="1998"/>
                </a:lnTo>
                <a:lnTo>
                  <a:pt x="1026" y="2005"/>
                </a:lnTo>
                <a:lnTo>
                  <a:pt x="1026" y="2014"/>
                </a:lnTo>
                <a:lnTo>
                  <a:pt x="1028" y="2021"/>
                </a:lnTo>
                <a:lnTo>
                  <a:pt x="1032" y="2026"/>
                </a:lnTo>
                <a:lnTo>
                  <a:pt x="1039" y="2029"/>
                </a:lnTo>
                <a:lnTo>
                  <a:pt x="1046" y="2030"/>
                </a:lnTo>
                <a:lnTo>
                  <a:pt x="1052" y="2030"/>
                </a:lnTo>
                <a:lnTo>
                  <a:pt x="1052" y="2039"/>
                </a:lnTo>
                <a:lnTo>
                  <a:pt x="1034" y="2037"/>
                </a:lnTo>
                <a:lnTo>
                  <a:pt x="1023" y="2037"/>
                </a:lnTo>
                <a:lnTo>
                  <a:pt x="1018" y="2037"/>
                </a:lnTo>
                <a:lnTo>
                  <a:pt x="1013" y="2037"/>
                </a:lnTo>
                <a:lnTo>
                  <a:pt x="1005" y="2038"/>
                </a:lnTo>
                <a:lnTo>
                  <a:pt x="997" y="2041"/>
                </a:lnTo>
                <a:lnTo>
                  <a:pt x="990" y="2044"/>
                </a:lnTo>
                <a:lnTo>
                  <a:pt x="982" y="2050"/>
                </a:lnTo>
                <a:lnTo>
                  <a:pt x="976" y="2057"/>
                </a:lnTo>
                <a:lnTo>
                  <a:pt x="970" y="2066"/>
                </a:lnTo>
                <a:lnTo>
                  <a:pt x="967" y="2078"/>
                </a:lnTo>
                <a:lnTo>
                  <a:pt x="965" y="2092"/>
                </a:lnTo>
                <a:lnTo>
                  <a:pt x="967" y="2108"/>
                </a:lnTo>
                <a:lnTo>
                  <a:pt x="971" y="2123"/>
                </a:lnTo>
                <a:lnTo>
                  <a:pt x="980" y="2135"/>
                </a:lnTo>
                <a:lnTo>
                  <a:pt x="989" y="2145"/>
                </a:lnTo>
                <a:lnTo>
                  <a:pt x="1001" y="2154"/>
                </a:lnTo>
                <a:lnTo>
                  <a:pt x="1013" y="2163"/>
                </a:lnTo>
                <a:lnTo>
                  <a:pt x="1025" y="2171"/>
                </a:lnTo>
                <a:lnTo>
                  <a:pt x="1039" y="2179"/>
                </a:lnTo>
                <a:lnTo>
                  <a:pt x="1052" y="2187"/>
                </a:lnTo>
                <a:lnTo>
                  <a:pt x="1052" y="2787"/>
                </a:lnTo>
                <a:lnTo>
                  <a:pt x="1018" y="2786"/>
                </a:lnTo>
                <a:lnTo>
                  <a:pt x="982" y="2783"/>
                </a:lnTo>
                <a:lnTo>
                  <a:pt x="945" y="2777"/>
                </a:lnTo>
                <a:lnTo>
                  <a:pt x="907" y="2768"/>
                </a:lnTo>
                <a:lnTo>
                  <a:pt x="734" y="2699"/>
                </a:lnTo>
                <a:lnTo>
                  <a:pt x="701" y="2684"/>
                </a:lnTo>
                <a:lnTo>
                  <a:pt x="665" y="2668"/>
                </a:lnTo>
                <a:lnTo>
                  <a:pt x="630" y="2650"/>
                </a:lnTo>
                <a:lnTo>
                  <a:pt x="592" y="2630"/>
                </a:lnTo>
                <a:lnTo>
                  <a:pt x="554" y="2609"/>
                </a:lnTo>
                <a:lnTo>
                  <a:pt x="517" y="2586"/>
                </a:lnTo>
                <a:lnTo>
                  <a:pt x="479" y="2562"/>
                </a:lnTo>
                <a:lnTo>
                  <a:pt x="442" y="2537"/>
                </a:lnTo>
                <a:lnTo>
                  <a:pt x="406" y="2509"/>
                </a:lnTo>
                <a:lnTo>
                  <a:pt x="372" y="2481"/>
                </a:lnTo>
                <a:lnTo>
                  <a:pt x="340" y="2450"/>
                </a:lnTo>
                <a:lnTo>
                  <a:pt x="310" y="2418"/>
                </a:lnTo>
                <a:lnTo>
                  <a:pt x="282" y="2385"/>
                </a:lnTo>
                <a:lnTo>
                  <a:pt x="258" y="2350"/>
                </a:lnTo>
                <a:lnTo>
                  <a:pt x="237" y="2315"/>
                </a:lnTo>
                <a:lnTo>
                  <a:pt x="220" y="2277"/>
                </a:lnTo>
                <a:lnTo>
                  <a:pt x="207" y="2238"/>
                </a:lnTo>
                <a:lnTo>
                  <a:pt x="199" y="2197"/>
                </a:lnTo>
                <a:lnTo>
                  <a:pt x="196" y="2156"/>
                </a:lnTo>
                <a:lnTo>
                  <a:pt x="198" y="2113"/>
                </a:lnTo>
                <a:lnTo>
                  <a:pt x="180" y="2112"/>
                </a:lnTo>
                <a:lnTo>
                  <a:pt x="165" y="2110"/>
                </a:lnTo>
                <a:lnTo>
                  <a:pt x="153" y="2108"/>
                </a:lnTo>
                <a:lnTo>
                  <a:pt x="143" y="2103"/>
                </a:lnTo>
                <a:lnTo>
                  <a:pt x="132" y="2097"/>
                </a:lnTo>
                <a:lnTo>
                  <a:pt x="149" y="2075"/>
                </a:lnTo>
                <a:lnTo>
                  <a:pt x="198" y="2044"/>
                </a:lnTo>
                <a:lnTo>
                  <a:pt x="116" y="2037"/>
                </a:lnTo>
                <a:lnTo>
                  <a:pt x="124" y="2021"/>
                </a:lnTo>
                <a:lnTo>
                  <a:pt x="198" y="1998"/>
                </a:lnTo>
                <a:lnTo>
                  <a:pt x="124" y="1930"/>
                </a:lnTo>
                <a:lnTo>
                  <a:pt x="124" y="1922"/>
                </a:lnTo>
                <a:lnTo>
                  <a:pt x="297" y="1953"/>
                </a:lnTo>
                <a:lnTo>
                  <a:pt x="281" y="1934"/>
                </a:lnTo>
                <a:lnTo>
                  <a:pt x="267" y="1916"/>
                </a:lnTo>
                <a:lnTo>
                  <a:pt x="253" y="1899"/>
                </a:lnTo>
                <a:lnTo>
                  <a:pt x="242" y="1882"/>
                </a:lnTo>
                <a:lnTo>
                  <a:pt x="232" y="1864"/>
                </a:lnTo>
                <a:lnTo>
                  <a:pt x="225" y="1845"/>
                </a:lnTo>
                <a:lnTo>
                  <a:pt x="220" y="1827"/>
                </a:lnTo>
                <a:lnTo>
                  <a:pt x="217" y="1806"/>
                </a:lnTo>
                <a:lnTo>
                  <a:pt x="218" y="1784"/>
                </a:lnTo>
                <a:lnTo>
                  <a:pt x="223" y="1759"/>
                </a:lnTo>
                <a:lnTo>
                  <a:pt x="231" y="1732"/>
                </a:lnTo>
                <a:lnTo>
                  <a:pt x="223" y="1732"/>
                </a:lnTo>
                <a:lnTo>
                  <a:pt x="204" y="1736"/>
                </a:lnTo>
                <a:lnTo>
                  <a:pt x="183" y="1739"/>
                </a:lnTo>
                <a:lnTo>
                  <a:pt x="160" y="1741"/>
                </a:lnTo>
                <a:lnTo>
                  <a:pt x="137" y="1741"/>
                </a:lnTo>
                <a:lnTo>
                  <a:pt x="112" y="1740"/>
                </a:lnTo>
                <a:lnTo>
                  <a:pt x="89" y="1739"/>
                </a:lnTo>
                <a:lnTo>
                  <a:pt x="67" y="1735"/>
                </a:lnTo>
                <a:lnTo>
                  <a:pt x="49" y="1730"/>
                </a:lnTo>
                <a:lnTo>
                  <a:pt x="33" y="1724"/>
                </a:lnTo>
                <a:lnTo>
                  <a:pt x="41" y="1709"/>
                </a:lnTo>
                <a:lnTo>
                  <a:pt x="132" y="1671"/>
                </a:lnTo>
                <a:lnTo>
                  <a:pt x="108" y="1659"/>
                </a:lnTo>
                <a:lnTo>
                  <a:pt x="85" y="1649"/>
                </a:lnTo>
                <a:lnTo>
                  <a:pt x="64" y="1638"/>
                </a:lnTo>
                <a:lnTo>
                  <a:pt x="44" y="1627"/>
                </a:lnTo>
                <a:lnTo>
                  <a:pt x="26" y="1613"/>
                </a:lnTo>
                <a:lnTo>
                  <a:pt x="8" y="1595"/>
                </a:lnTo>
                <a:lnTo>
                  <a:pt x="124" y="1603"/>
                </a:lnTo>
                <a:lnTo>
                  <a:pt x="111" y="1585"/>
                </a:lnTo>
                <a:lnTo>
                  <a:pt x="83" y="1554"/>
                </a:lnTo>
                <a:lnTo>
                  <a:pt x="45" y="1511"/>
                </a:lnTo>
                <a:lnTo>
                  <a:pt x="34" y="1495"/>
                </a:lnTo>
                <a:lnTo>
                  <a:pt x="24" y="1478"/>
                </a:lnTo>
                <a:lnTo>
                  <a:pt x="16" y="1459"/>
                </a:lnTo>
                <a:lnTo>
                  <a:pt x="8" y="1436"/>
                </a:lnTo>
                <a:lnTo>
                  <a:pt x="3" y="1411"/>
                </a:lnTo>
                <a:lnTo>
                  <a:pt x="0" y="1382"/>
                </a:lnTo>
                <a:lnTo>
                  <a:pt x="1" y="1383"/>
                </a:lnTo>
                <a:lnTo>
                  <a:pt x="4" y="1389"/>
                </a:lnTo>
                <a:lnTo>
                  <a:pt x="8" y="1398"/>
                </a:lnTo>
                <a:lnTo>
                  <a:pt x="16" y="1409"/>
                </a:lnTo>
                <a:lnTo>
                  <a:pt x="27" y="1421"/>
                </a:lnTo>
                <a:lnTo>
                  <a:pt x="40" y="1433"/>
                </a:lnTo>
                <a:lnTo>
                  <a:pt x="60" y="1446"/>
                </a:lnTo>
                <a:lnTo>
                  <a:pt x="83" y="1458"/>
                </a:lnTo>
                <a:lnTo>
                  <a:pt x="75" y="1438"/>
                </a:lnTo>
                <a:lnTo>
                  <a:pt x="66" y="1416"/>
                </a:lnTo>
                <a:lnTo>
                  <a:pt x="56" y="1391"/>
                </a:lnTo>
                <a:lnTo>
                  <a:pt x="45" y="1366"/>
                </a:lnTo>
                <a:lnTo>
                  <a:pt x="35" y="1339"/>
                </a:lnTo>
                <a:lnTo>
                  <a:pt x="27" y="1311"/>
                </a:lnTo>
                <a:lnTo>
                  <a:pt x="19" y="1283"/>
                </a:lnTo>
                <a:lnTo>
                  <a:pt x="16" y="1255"/>
                </a:lnTo>
                <a:lnTo>
                  <a:pt x="14" y="1228"/>
                </a:lnTo>
                <a:lnTo>
                  <a:pt x="17" y="1202"/>
                </a:lnTo>
                <a:lnTo>
                  <a:pt x="25" y="1176"/>
                </a:lnTo>
                <a:lnTo>
                  <a:pt x="29" y="1196"/>
                </a:lnTo>
                <a:lnTo>
                  <a:pt x="36" y="1215"/>
                </a:lnTo>
                <a:lnTo>
                  <a:pt x="43" y="1236"/>
                </a:lnTo>
                <a:lnTo>
                  <a:pt x="52" y="1257"/>
                </a:lnTo>
                <a:lnTo>
                  <a:pt x="62" y="1277"/>
                </a:lnTo>
                <a:lnTo>
                  <a:pt x="73" y="1297"/>
                </a:lnTo>
                <a:lnTo>
                  <a:pt x="83" y="1317"/>
                </a:lnTo>
                <a:lnTo>
                  <a:pt x="94" y="1334"/>
                </a:lnTo>
                <a:lnTo>
                  <a:pt x="105" y="1351"/>
                </a:lnTo>
                <a:lnTo>
                  <a:pt x="115" y="1367"/>
                </a:lnTo>
                <a:lnTo>
                  <a:pt x="123" y="1379"/>
                </a:lnTo>
                <a:lnTo>
                  <a:pt x="130" y="1390"/>
                </a:lnTo>
                <a:lnTo>
                  <a:pt x="139" y="1403"/>
                </a:lnTo>
                <a:lnTo>
                  <a:pt x="140" y="1405"/>
                </a:lnTo>
                <a:lnTo>
                  <a:pt x="127" y="1334"/>
                </a:lnTo>
                <a:lnTo>
                  <a:pt x="118" y="1261"/>
                </a:lnTo>
                <a:lnTo>
                  <a:pt x="111" y="1186"/>
                </a:lnTo>
                <a:lnTo>
                  <a:pt x="108" y="1111"/>
                </a:lnTo>
                <a:lnTo>
                  <a:pt x="108" y="1035"/>
                </a:lnTo>
                <a:lnTo>
                  <a:pt x="112" y="960"/>
                </a:lnTo>
                <a:lnTo>
                  <a:pt x="120" y="884"/>
                </a:lnTo>
                <a:lnTo>
                  <a:pt x="132" y="811"/>
                </a:lnTo>
                <a:lnTo>
                  <a:pt x="140" y="811"/>
                </a:lnTo>
                <a:lnTo>
                  <a:pt x="138" y="883"/>
                </a:lnTo>
                <a:lnTo>
                  <a:pt x="138" y="955"/>
                </a:lnTo>
                <a:lnTo>
                  <a:pt x="138" y="1026"/>
                </a:lnTo>
                <a:lnTo>
                  <a:pt x="141" y="1098"/>
                </a:lnTo>
                <a:lnTo>
                  <a:pt x="148" y="1168"/>
                </a:lnTo>
                <a:lnTo>
                  <a:pt x="157" y="1237"/>
                </a:lnTo>
                <a:lnTo>
                  <a:pt x="157" y="1235"/>
                </a:lnTo>
                <a:lnTo>
                  <a:pt x="159" y="1226"/>
                </a:lnTo>
                <a:lnTo>
                  <a:pt x="160" y="1213"/>
                </a:lnTo>
                <a:lnTo>
                  <a:pt x="162" y="1195"/>
                </a:lnTo>
                <a:lnTo>
                  <a:pt x="166" y="1173"/>
                </a:lnTo>
                <a:lnTo>
                  <a:pt x="170" y="1147"/>
                </a:lnTo>
                <a:lnTo>
                  <a:pt x="174" y="1117"/>
                </a:lnTo>
                <a:lnTo>
                  <a:pt x="179" y="1084"/>
                </a:lnTo>
                <a:lnTo>
                  <a:pt x="185" y="1049"/>
                </a:lnTo>
                <a:lnTo>
                  <a:pt x="192" y="1011"/>
                </a:lnTo>
                <a:lnTo>
                  <a:pt x="199" y="972"/>
                </a:lnTo>
                <a:lnTo>
                  <a:pt x="206" y="932"/>
                </a:lnTo>
                <a:lnTo>
                  <a:pt x="214" y="889"/>
                </a:lnTo>
                <a:lnTo>
                  <a:pt x="224" y="847"/>
                </a:lnTo>
                <a:lnTo>
                  <a:pt x="244" y="761"/>
                </a:lnTo>
                <a:lnTo>
                  <a:pt x="255" y="718"/>
                </a:lnTo>
                <a:lnTo>
                  <a:pt x="266" y="677"/>
                </a:lnTo>
                <a:lnTo>
                  <a:pt x="278" y="637"/>
                </a:lnTo>
                <a:lnTo>
                  <a:pt x="291" y="599"/>
                </a:lnTo>
                <a:lnTo>
                  <a:pt x="304" y="563"/>
                </a:lnTo>
                <a:lnTo>
                  <a:pt x="318" y="529"/>
                </a:lnTo>
                <a:lnTo>
                  <a:pt x="333" y="498"/>
                </a:lnTo>
                <a:lnTo>
                  <a:pt x="347" y="470"/>
                </a:lnTo>
                <a:lnTo>
                  <a:pt x="363" y="446"/>
                </a:lnTo>
                <a:lnTo>
                  <a:pt x="352" y="497"/>
                </a:lnTo>
                <a:lnTo>
                  <a:pt x="341" y="544"/>
                </a:lnTo>
                <a:lnTo>
                  <a:pt x="329" y="589"/>
                </a:lnTo>
                <a:lnTo>
                  <a:pt x="318" y="632"/>
                </a:lnTo>
                <a:lnTo>
                  <a:pt x="307" y="675"/>
                </a:lnTo>
                <a:lnTo>
                  <a:pt x="295" y="717"/>
                </a:lnTo>
                <a:lnTo>
                  <a:pt x="285" y="760"/>
                </a:lnTo>
                <a:lnTo>
                  <a:pt x="275" y="805"/>
                </a:lnTo>
                <a:lnTo>
                  <a:pt x="265" y="852"/>
                </a:lnTo>
                <a:lnTo>
                  <a:pt x="256" y="903"/>
                </a:lnTo>
                <a:lnTo>
                  <a:pt x="247" y="957"/>
                </a:lnTo>
                <a:lnTo>
                  <a:pt x="239" y="1016"/>
                </a:lnTo>
                <a:lnTo>
                  <a:pt x="247" y="1014"/>
                </a:lnTo>
                <a:lnTo>
                  <a:pt x="260" y="1010"/>
                </a:lnTo>
                <a:lnTo>
                  <a:pt x="277" y="1006"/>
                </a:lnTo>
                <a:lnTo>
                  <a:pt x="295" y="1003"/>
                </a:lnTo>
                <a:lnTo>
                  <a:pt x="334" y="994"/>
                </a:lnTo>
                <a:lnTo>
                  <a:pt x="352" y="990"/>
                </a:lnTo>
                <a:lnTo>
                  <a:pt x="369" y="987"/>
                </a:lnTo>
                <a:lnTo>
                  <a:pt x="382" y="983"/>
                </a:lnTo>
                <a:lnTo>
                  <a:pt x="391" y="981"/>
                </a:lnTo>
                <a:lnTo>
                  <a:pt x="396" y="978"/>
                </a:lnTo>
                <a:lnTo>
                  <a:pt x="420" y="939"/>
                </a:lnTo>
                <a:lnTo>
                  <a:pt x="444" y="895"/>
                </a:lnTo>
                <a:lnTo>
                  <a:pt x="468" y="849"/>
                </a:lnTo>
                <a:lnTo>
                  <a:pt x="493" y="799"/>
                </a:lnTo>
                <a:lnTo>
                  <a:pt x="518" y="747"/>
                </a:lnTo>
                <a:lnTo>
                  <a:pt x="543" y="694"/>
                </a:lnTo>
                <a:lnTo>
                  <a:pt x="588" y="587"/>
                </a:lnTo>
                <a:lnTo>
                  <a:pt x="608" y="535"/>
                </a:lnTo>
                <a:lnTo>
                  <a:pt x="628" y="485"/>
                </a:lnTo>
                <a:lnTo>
                  <a:pt x="645" y="438"/>
                </a:lnTo>
                <a:lnTo>
                  <a:pt x="660" y="393"/>
                </a:lnTo>
                <a:lnTo>
                  <a:pt x="653" y="427"/>
                </a:lnTo>
                <a:lnTo>
                  <a:pt x="648" y="458"/>
                </a:lnTo>
                <a:lnTo>
                  <a:pt x="643" y="484"/>
                </a:lnTo>
                <a:lnTo>
                  <a:pt x="638" y="507"/>
                </a:lnTo>
                <a:lnTo>
                  <a:pt x="633" y="526"/>
                </a:lnTo>
                <a:lnTo>
                  <a:pt x="630" y="545"/>
                </a:lnTo>
                <a:lnTo>
                  <a:pt x="625" y="562"/>
                </a:lnTo>
                <a:lnTo>
                  <a:pt x="616" y="594"/>
                </a:lnTo>
                <a:lnTo>
                  <a:pt x="611" y="611"/>
                </a:lnTo>
                <a:lnTo>
                  <a:pt x="606" y="630"/>
                </a:lnTo>
                <a:lnTo>
                  <a:pt x="594" y="674"/>
                </a:lnTo>
                <a:lnTo>
                  <a:pt x="616" y="675"/>
                </a:lnTo>
                <a:lnTo>
                  <a:pt x="634" y="678"/>
                </a:lnTo>
                <a:lnTo>
                  <a:pt x="650" y="682"/>
                </a:lnTo>
                <a:lnTo>
                  <a:pt x="663" y="688"/>
                </a:lnTo>
                <a:lnTo>
                  <a:pt x="674" y="695"/>
                </a:lnTo>
                <a:lnTo>
                  <a:pt x="685" y="702"/>
                </a:lnTo>
                <a:lnTo>
                  <a:pt x="696" y="710"/>
                </a:lnTo>
                <a:lnTo>
                  <a:pt x="709" y="719"/>
                </a:lnTo>
                <a:lnTo>
                  <a:pt x="729" y="694"/>
                </a:lnTo>
                <a:lnTo>
                  <a:pt x="747" y="667"/>
                </a:lnTo>
                <a:lnTo>
                  <a:pt x="761" y="638"/>
                </a:lnTo>
                <a:lnTo>
                  <a:pt x="773" y="608"/>
                </a:lnTo>
                <a:lnTo>
                  <a:pt x="783" y="576"/>
                </a:lnTo>
                <a:lnTo>
                  <a:pt x="792" y="543"/>
                </a:lnTo>
                <a:lnTo>
                  <a:pt x="799" y="509"/>
                </a:lnTo>
                <a:lnTo>
                  <a:pt x="807" y="475"/>
                </a:lnTo>
                <a:lnTo>
                  <a:pt x="815" y="441"/>
                </a:lnTo>
                <a:lnTo>
                  <a:pt x="823" y="407"/>
                </a:lnTo>
                <a:lnTo>
                  <a:pt x="833" y="373"/>
                </a:lnTo>
                <a:lnTo>
                  <a:pt x="844" y="340"/>
                </a:lnTo>
                <a:lnTo>
                  <a:pt x="858" y="309"/>
                </a:lnTo>
                <a:lnTo>
                  <a:pt x="858" y="408"/>
                </a:lnTo>
                <a:lnTo>
                  <a:pt x="873" y="414"/>
                </a:lnTo>
                <a:lnTo>
                  <a:pt x="891" y="422"/>
                </a:lnTo>
                <a:lnTo>
                  <a:pt x="924" y="440"/>
                </a:lnTo>
                <a:lnTo>
                  <a:pt x="940" y="450"/>
                </a:lnTo>
                <a:lnTo>
                  <a:pt x="956" y="461"/>
                </a:lnTo>
                <a:lnTo>
                  <a:pt x="970" y="471"/>
                </a:lnTo>
                <a:lnTo>
                  <a:pt x="981" y="480"/>
                </a:lnTo>
                <a:lnTo>
                  <a:pt x="991" y="488"/>
                </a:lnTo>
                <a:lnTo>
                  <a:pt x="1000" y="494"/>
                </a:lnTo>
                <a:lnTo>
                  <a:pt x="1004" y="498"/>
                </a:lnTo>
                <a:lnTo>
                  <a:pt x="1006" y="499"/>
                </a:lnTo>
                <a:lnTo>
                  <a:pt x="1002" y="434"/>
                </a:lnTo>
                <a:lnTo>
                  <a:pt x="1003" y="369"/>
                </a:lnTo>
                <a:lnTo>
                  <a:pt x="1008" y="305"/>
                </a:lnTo>
                <a:lnTo>
                  <a:pt x="1016" y="241"/>
                </a:lnTo>
                <a:lnTo>
                  <a:pt x="1025" y="179"/>
                </a:lnTo>
                <a:lnTo>
                  <a:pt x="1035" y="118"/>
                </a:lnTo>
                <a:lnTo>
                  <a:pt x="1044" y="58"/>
                </a:lnTo>
                <a:lnTo>
                  <a:pt x="1050" y="0"/>
                </a:lnTo>
                <a:close/>
              </a:path>
            </a:pathLst>
          </a:custGeom>
          <a:solidFill>
            <a:srgbClr val="466571">
              <a:alpha val="7059"/>
            </a:srgbClr>
          </a:solidFill>
          <a:ln w="25400" cap="sq" cmpd="sng" algn="ctr">
            <a:noFill/>
            <a:prstDash val="solid"/>
            <a:headEnd type="none" w="med" len="med"/>
            <a:tailEnd type="none" w="med" len="med"/>
          </a:ln>
          <a:effectLst>
            <a:innerShdw blurRad="50800" dist="50800" dir="13500000">
              <a:srgbClr val="000000">
                <a:alpha val="43137"/>
              </a:srgbClr>
            </a:inn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anchor="t" compatLnSpc="1"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lang="ko-KR" altLang="en-US" sz="1000">
              <a:solidFill>
                <a:srgbClr val="FFFFFF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09464"/>
            <a:ext cx="7772400" cy="1470025"/>
          </a:xfrm>
          <a:prstGeom prst="rect">
            <a:avLst/>
          </a:prstGeom>
        </p:spPr>
        <p:txBody>
          <a:bodyPr anchor="b"/>
          <a:lstStyle>
            <a:lvl1pPr algn="r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023248" y="3886200"/>
            <a:ext cx="5414978" cy="104299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i="1">
                <a:solidFill>
                  <a:schemeClr val="tx1">
                    <a:tint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68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6870E2A8-813E-48DD-A79A-84CAA5BE3285}" type="datetimeFigureOut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2015-07-01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68"/>
            <a:ext cx="2895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68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EC314459-F1AD-4AF1-ACCF-5C4F00218361}" type="slidenum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‹#›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91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60"/>
          <p:cNvGraphicFramePr>
            <a:graphicFrameLocks noChangeAspect="1"/>
          </p:cNvGraphicFramePr>
          <p:nvPr/>
        </p:nvGraphicFramePr>
        <p:xfrm>
          <a:off x="171451" y="6411924"/>
          <a:ext cx="35169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5" name="패키지" r:id="rId3" imgW="380880" imgH="485640" progId="Package">
                  <p:embed/>
                </p:oleObj>
              </mc:Choice>
              <mc:Fallback>
                <p:oleObj name="패키지" r:id="rId3" imgW="380880" imgH="485640" progId="Pack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1" y="6411924"/>
                        <a:ext cx="35169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064"/>
          <p:cNvSpPr>
            <a:spLocks noChangeArrowheads="1"/>
          </p:cNvSpPr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gradFill rotWithShape="0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5189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4889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435" y="440691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574176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3" y="1600206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2338" y="1600206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9289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275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275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2982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4732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34886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5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538" y="27306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5" y="1435103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479343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1780468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4055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5" y="27464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2302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 noEditPoints="1"/>
          </p:cNvSpPr>
          <p:nvPr/>
        </p:nvSpPr>
        <p:spPr bwMode="blackGray">
          <a:xfrm>
            <a:off x="6820592" y="428628"/>
            <a:ext cx="2323440" cy="6000768"/>
          </a:xfrm>
          <a:custGeom>
            <a:avLst/>
            <a:gdLst/>
            <a:ahLst/>
            <a:cxnLst>
              <a:cxn ang="0">
                <a:pos x="487" y="2402"/>
              </a:cxn>
              <a:cxn ang="0">
                <a:pos x="608" y="2460"/>
              </a:cxn>
              <a:cxn ang="0">
                <a:pos x="610" y="2554"/>
              </a:cxn>
              <a:cxn ang="0">
                <a:pos x="893" y="2559"/>
              </a:cxn>
              <a:cxn ang="0">
                <a:pos x="772" y="2424"/>
              </a:cxn>
              <a:cxn ang="0">
                <a:pos x="334" y="2346"/>
              </a:cxn>
              <a:cxn ang="0">
                <a:pos x="447" y="2270"/>
              </a:cxn>
              <a:cxn ang="0">
                <a:pos x="696" y="2192"/>
              </a:cxn>
              <a:cxn ang="0">
                <a:pos x="801" y="2254"/>
              </a:cxn>
              <a:cxn ang="0">
                <a:pos x="914" y="2229"/>
              </a:cxn>
              <a:cxn ang="0">
                <a:pos x="996" y="2221"/>
              </a:cxn>
              <a:cxn ang="0">
                <a:pos x="833" y="2000"/>
              </a:cxn>
              <a:cxn ang="0">
                <a:pos x="891" y="2021"/>
              </a:cxn>
              <a:cxn ang="0">
                <a:pos x="603" y="1981"/>
              </a:cxn>
              <a:cxn ang="0">
                <a:pos x="334" y="2185"/>
              </a:cxn>
              <a:cxn ang="0">
                <a:pos x="415" y="2205"/>
              </a:cxn>
              <a:cxn ang="0">
                <a:pos x="568" y="2097"/>
              </a:cxn>
              <a:cxn ang="0">
                <a:pos x="923" y="1962"/>
              </a:cxn>
              <a:cxn ang="0">
                <a:pos x="707" y="1856"/>
              </a:cxn>
              <a:cxn ang="0">
                <a:pos x="783" y="1877"/>
              </a:cxn>
              <a:cxn ang="0">
                <a:pos x="1024" y="1938"/>
              </a:cxn>
              <a:cxn ang="0">
                <a:pos x="714" y="1767"/>
              </a:cxn>
              <a:cxn ang="0">
                <a:pos x="773" y="1779"/>
              </a:cxn>
              <a:cxn ang="0">
                <a:pos x="321" y="1789"/>
              </a:cxn>
              <a:cxn ang="0">
                <a:pos x="478" y="1916"/>
              </a:cxn>
              <a:cxn ang="0">
                <a:pos x="561" y="1954"/>
              </a:cxn>
              <a:cxn ang="0">
                <a:pos x="429" y="1744"/>
              </a:cxn>
              <a:cxn ang="0">
                <a:pos x="618" y="1731"/>
              </a:cxn>
              <a:cxn ang="0">
                <a:pos x="964" y="1657"/>
              </a:cxn>
              <a:cxn ang="0">
                <a:pos x="499" y="1689"/>
              </a:cxn>
              <a:cxn ang="0">
                <a:pos x="696" y="1680"/>
              </a:cxn>
              <a:cxn ang="0">
                <a:pos x="886" y="1764"/>
              </a:cxn>
              <a:cxn ang="0">
                <a:pos x="363" y="1496"/>
              </a:cxn>
              <a:cxn ang="0">
                <a:pos x="808" y="1481"/>
              </a:cxn>
              <a:cxn ang="0">
                <a:pos x="681" y="1492"/>
              </a:cxn>
              <a:cxn ang="0">
                <a:pos x="956" y="1592"/>
              </a:cxn>
              <a:cxn ang="0">
                <a:pos x="781" y="1312"/>
              </a:cxn>
              <a:cxn ang="0">
                <a:pos x="247" y="1405"/>
              </a:cxn>
              <a:cxn ang="0">
                <a:pos x="959" y="1228"/>
              </a:cxn>
              <a:cxn ang="0">
                <a:pos x="969" y="1142"/>
              </a:cxn>
              <a:cxn ang="0">
                <a:pos x="313" y="1025"/>
              </a:cxn>
              <a:cxn ang="0">
                <a:pos x="305" y="1085"/>
              </a:cxn>
              <a:cxn ang="0">
                <a:pos x="952" y="970"/>
              </a:cxn>
              <a:cxn ang="0">
                <a:pos x="915" y="820"/>
              </a:cxn>
              <a:cxn ang="0">
                <a:pos x="1029" y="881"/>
              </a:cxn>
              <a:cxn ang="0">
                <a:pos x="572" y="977"/>
              </a:cxn>
              <a:cxn ang="0">
                <a:pos x="643" y="757"/>
              </a:cxn>
              <a:cxn ang="0">
                <a:pos x="849" y="1016"/>
              </a:cxn>
              <a:cxn ang="0">
                <a:pos x="825" y="559"/>
              </a:cxn>
              <a:cxn ang="0">
                <a:pos x="1014" y="978"/>
              </a:cxn>
              <a:cxn ang="0">
                <a:pos x="985" y="1730"/>
              </a:cxn>
              <a:cxn ang="0">
                <a:pos x="1046" y="2030"/>
              </a:cxn>
              <a:cxn ang="0">
                <a:pos x="982" y="2783"/>
              </a:cxn>
              <a:cxn ang="0">
                <a:pos x="153" y="2108"/>
              </a:cxn>
              <a:cxn ang="0">
                <a:pos x="137" y="1741"/>
              </a:cxn>
              <a:cxn ang="0">
                <a:pos x="8" y="1398"/>
              </a:cxn>
              <a:cxn ang="0">
                <a:pos x="115" y="1367"/>
              </a:cxn>
              <a:cxn ang="0">
                <a:pos x="174" y="1117"/>
              </a:cxn>
              <a:cxn ang="0">
                <a:pos x="265" y="852"/>
              </a:cxn>
              <a:cxn ang="0">
                <a:pos x="648" y="458"/>
              </a:cxn>
              <a:cxn ang="0">
                <a:pos x="815" y="441"/>
              </a:cxn>
            </a:cxnLst>
            <a:rect l="0" t="0" r="0" b="0"/>
            <a:pathLst>
              <a:path w="1052" h="2787">
                <a:moveTo>
                  <a:pt x="957" y="2608"/>
                </a:moveTo>
                <a:lnTo>
                  <a:pt x="945" y="2627"/>
                </a:lnTo>
                <a:lnTo>
                  <a:pt x="934" y="2646"/>
                </a:lnTo>
                <a:lnTo>
                  <a:pt x="922" y="2665"/>
                </a:lnTo>
                <a:lnTo>
                  <a:pt x="907" y="2684"/>
                </a:lnTo>
                <a:lnTo>
                  <a:pt x="910" y="2684"/>
                </a:lnTo>
                <a:lnTo>
                  <a:pt x="916" y="2685"/>
                </a:lnTo>
                <a:lnTo>
                  <a:pt x="926" y="2686"/>
                </a:lnTo>
                <a:lnTo>
                  <a:pt x="938" y="2688"/>
                </a:lnTo>
                <a:lnTo>
                  <a:pt x="952" y="2690"/>
                </a:lnTo>
                <a:lnTo>
                  <a:pt x="966" y="2693"/>
                </a:lnTo>
                <a:lnTo>
                  <a:pt x="979" y="2696"/>
                </a:lnTo>
                <a:lnTo>
                  <a:pt x="990" y="2699"/>
                </a:lnTo>
                <a:lnTo>
                  <a:pt x="989" y="2696"/>
                </a:lnTo>
                <a:lnTo>
                  <a:pt x="987" y="2691"/>
                </a:lnTo>
                <a:lnTo>
                  <a:pt x="983" y="2681"/>
                </a:lnTo>
                <a:lnTo>
                  <a:pt x="980" y="2670"/>
                </a:lnTo>
                <a:lnTo>
                  <a:pt x="975" y="2658"/>
                </a:lnTo>
                <a:lnTo>
                  <a:pt x="970" y="2644"/>
                </a:lnTo>
                <a:lnTo>
                  <a:pt x="965" y="2630"/>
                </a:lnTo>
                <a:lnTo>
                  <a:pt x="957" y="2608"/>
                </a:lnTo>
                <a:close/>
                <a:moveTo>
                  <a:pt x="454" y="2402"/>
                </a:moveTo>
                <a:lnTo>
                  <a:pt x="421" y="2410"/>
                </a:lnTo>
                <a:lnTo>
                  <a:pt x="470" y="2463"/>
                </a:lnTo>
                <a:lnTo>
                  <a:pt x="478" y="2463"/>
                </a:lnTo>
                <a:lnTo>
                  <a:pt x="487" y="2402"/>
                </a:lnTo>
                <a:lnTo>
                  <a:pt x="454" y="2402"/>
                </a:lnTo>
                <a:close/>
                <a:moveTo>
                  <a:pt x="758" y="2306"/>
                </a:moveTo>
                <a:lnTo>
                  <a:pt x="731" y="2308"/>
                </a:lnTo>
                <a:lnTo>
                  <a:pt x="706" y="2312"/>
                </a:lnTo>
                <a:lnTo>
                  <a:pt x="680" y="2317"/>
                </a:lnTo>
                <a:lnTo>
                  <a:pt x="654" y="2324"/>
                </a:lnTo>
                <a:lnTo>
                  <a:pt x="630" y="2334"/>
                </a:lnTo>
                <a:lnTo>
                  <a:pt x="608" y="2344"/>
                </a:lnTo>
                <a:lnTo>
                  <a:pt x="588" y="2355"/>
                </a:lnTo>
                <a:lnTo>
                  <a:pt x="570" y="2367"/>
                </a:lnTo>
                <a:lnTo>
                  <a:pt x="555" y="2382"/>
                </a:lnTo>
                <a:lnTo>
                  <a:pt x="543" y="2396"/>
                </a:lnTo>
                <a:lnTo>
                  <a:pt x="535" y="2412"/>
                </a:lnTo>
                <a:lnTo>
                  <a:pt x="531" y="2428"/>
                </a:lnTo>
                <a:lnTo>
                  <a:pt x="531" y="2445"/>
                </a:lnTo>
                <a:lnTo>
                  <a:pt x="536" y="2463"/>
                </a:lnTo>
                <a:lnTo>
                  <a:pt x="545" y="2477"/>
                </a:lnTo>
                <a:lnTo>
                  <a:pt x="555" y="2487"/>
                </a:lnTo>
                <a:lnTo>
                  <a:pt x="567" y="2493"/>
                </a:lnTo>
                <a:lnTo>
                  <a:pt x="580" y="2497"/>
                </a:lnTo>
                <a:lnTo>
                  <a:pt x="592" y="2496"/>
                </a:lnTo>
                <a:lnTo>
                  <a:pt x="604" y="2493"/>
                </a:lnTo>
                <a:lnTo>
                  <a:pt x="614" y="2486"/>
                </a:lnTo>
                <a:lnTo>
                  <a:pt x="622" y="2476"/>
                </a:lnTo>
                <a:lnTo>
                  <a:pt x="627" y="2463"/>
                </a:lnTo>
                <a:lnTo>
                  <a:pt x="608" y="2460"/>
                </a:lnTo>
                <a:lnTo>
                  <a:pt x="596" y="2458"/>
                </a:lnTo>
                <a:lnTo>
                  <a:pt x="586" y="2454"/>
                </a:lnTo>
                <a:lnTo>
                  <a:pt x="580" y="2448"/>
                </a:lnTo>
                <a:lnTo>
                  <a:pt x="577" y="2439"/>
                </a:lnTo>
                <a:lnTo>
                  <a:pt x="578" y="2427"/>
                </a:lnTo>
                <a:lnTo>
                  <a:pt x="584" y="2416"/>
                </a:lnTo>
                <a:lnTo>
                  <a:pt x="592" y="2405"/>
                </a:lnTo>
                <a:lnTo>
                  <a:pt x="603" y="2397"/>
                </a:lnTo>
                <a:lnTo>
                  <a:pt x="615" y="2391"/>
                </a:lnTo>
                <a:lnTo>
                  <a:pt x="629" y="2387"/>
                </a:lnTo>
                <a:lnTo>
                  <a:pt x="642" y="2386"/>
                </a:lnTo>
                <a:lnTo>
                  <a:pt x="656" y="2388"/>
                </a:lnTo>
                <a:lnTo>
                  <a:pt x="670" y="2394"/>
                </a:lnTo>
                <a:lnTo>
                  <a:pt x="682" y="2404"/>
                </a:lnTo>
                <a:lnTo>
                  <a:pt x="693" y="2417"/>
                </a:lnTo>
                <a:lnTo>
                  <a:pt x="696" y="2425"/>
                </a:lnTo>
                <a:lnTo>
                  <a:pt x="698" y="2435"/>
                </a:lnTo>
                <a:lnTo>
                  <a:pt x="698" y="2447"/>
                </a:lnTo>
                <a:lnTo>
                  <a:pt x="696" y="2460"/>
                </a:lnTo>
                <a:lnTo>
                  <a:pt x="693" y="2474"/>
                </a:lnTo>
                <a:lnTo>
                  <a:pt x="686" y="2489"/>
                </a:lnTo>
                <a:lnTo>
                  <a:pt x="677" y="2504"/>
                </a:lnTo>
                <a:lnTo>
                  <a:pt x="666" y="2518"/>
                </a:lnTo>
                <a:lnTo>
                  <a:pt x="651" y="2531"/>
                </a:lnTo>
                <a:lnTo>
                  <a:pt x="632" y="2544"/>
                </a:lnTo>
                <a:lnTo>
                  <a:pt x="610" y="2554"/>
                </a:lnTo>
                <a:lnTo>
                  <a:pt x="631" y="2570"/>
                </a:lnTo>
                <a:lnTo>
                  <a:pt x="653" y="2584"/>
                </a:lnTo>
                <a:lnTo>
                  <a:pt x="677" y="2597"/>
                </a:lnTo>
                <a:lnTo>
                  <a:pt x="700" y="2610"/>
                </a:lnTo>
                <a:lnTo>
                  <a:pt x="724" y="2622"/>
                </a:lnTo>
                <a:lnTo>
                  <a:pt x="747" y="2632"/>
                </a:lnTo>
                <a:lnTo>
                  <a:pt x="769" y="2642"/>
                </a:lnTo>
                <a:lnTo>
                  <a:pt x="790" y="2650"/>
                </a:lnTo>
                <a:lnTo>
                  <a:pt x="808" y="2658"/>
                </a:lnTo>
                <a:lnTo>
                  <a:pt x="838" y="2667"/>
                </a:lnTo>
                <a:lnTo>
                  <a:pt x="849" y="2669"/>
                </a:lnTo>
                <a:lnTo>
                  <a:pt x="855" y="2669"/>
                </a:lnTo>
                <a:lnTo>
                  <a:pt x="858" y="2669"/>
                </a:lnTo>
                <a:lnTo>
                  <a:pt x="860" y="2660"/>
                </a:lnTo>
                <a:lnTo>
                  <a:pt x="862" y="2650"/>
                </a:lnTo>
                <a:lnTo>
                  <a:pt x="867" y="2637"/>
                </a:lnTo>
                <a:lnTo>
                  <a:pt x="872" y="2625"/>
                </a:lnTo>
                <a:lnTo>
                  <a:pt x="878" y="2610"/>
                </a:lnTo>
                <a:lnTo>
                  <a:pt x="884" y="2597"/>
                </a:lnTo>
                <a:lnTo>
                  <a:pt x="890" y="2584"/>
                </a:lnTo>
                <a:lnTo>
                  <a:pt x="895" y="2572"/>
                </a:lnTo>
                <a:lnTo>
                  <a:pt x="900" y="2561"/>
                </a:lnTo>
                <a:lnTo>
                  <a:pt x="904" y="2553"/>
                </a:lnTo>
                <a:lnTo>
                  <a:pt x="906" y="2548"/>
                </a:lnTo>
                <a:lnTo>
                  <a:pt x="907" y="2547"/>
                </a:lnTo>
                <a:lnTo>
                  <a:pt x="893" y="2559"/>
                </a:lnTo>
                <a:lnTo>
                  <a:pt x="880" y="2568"/>
                </a:lnTo>
                <a:lnTo>
                  <a:pt x="864" y="2572"/>
                </a:lnTo>
                <a:lnTo>
                  <a:pt x="848" y="2574"/>
                </a:lnTo>
                <a:lnTo>
                  <a:pt x="829" y="2573"/>
                </a:lnTo>
                <a:lnTo>
                  <a:pt x="810" y="2571"/>
                </a:lnTo>
                <a:lnTo>
                  <a:pt x="790" y="2570"/>
                </a:lnTo>
                <a:lnTo>
                  <a:pt x="767" y="2570"/>
                </a:lnTo>
                <a:lnTo>
                  <a:pt x="769" y="2567"/>
                </a:lnTo>
                <a:lnTo>
                  <a:pt x="774" y="2561"/>
                </a:lnTo>
                <a:lnTo>
                  <a:pt x="783" y="2554"/>
                </a:lnTo>
                <a:lnTo>
                  <a:pt x="792" y="2545"/>
                </a:lnTo>
                <a:lnTo>
                  <a:pt x="804" y="2535"/>
                </a:lnTo>
                <a:lnTo>
                  <a:pt x="816" y="2524"/>
                </a:lnTo>
                <a:lnTo>
                  <a:pt x="829" y="2513"/>
                </a:lnTo>
                <a:lnTo>
                  <a:pt x="842" y="2501"/>
                </a:lnTo>
                <a:lnTo>
                  <a:pt x="856" y="2490"/>
                </a:lnTo>
                <a:lnTo>
                  <a:pt x="880" y="2470"/>
                </a:lnTo>
                <a:lnTo>
                  <a:pt x="889" y="2462"/>
                </a:lnTo>
                <a:lnTo>
                  <a:pt x="896" y="2455"/>
                </a:lnTo>
                <a:lnTo>
                  <a:pt x="901" y="2452"/>
                </a:lnTo>
                <a:lnTo>
                  <a:pt x="903" y="2450"/>
                </a:lnTo>
                <a:lnTo>
                  <a:pt x="876" y="2452"/>
                </a:lnTo>
                <a:lnTo>
                  <a:pt x="853" y="2451"/>
                </a:lnTo>
                <a:lnTo>
                  <a:pt x="833" y="2450"/>
                </a:lnTo>
                <a:lnTo>
                  <a:pt x="767" y="2440"/>
                </a:lnTo>
                <a:lnTo>
                  <a:pt x="772" y="2424"/>
                </a:lnTo>
                <a:lnTo>
                  <a:pt x="781" y="2409"/>
                </a:lnTo>
                <a:lnTo>
                  <a:pt x="794" y="2397"/>
                </a:lnTo>
                <a:lnTo>
                  <a:pt x="809" y="2386"/>
                </a:lnTo>
                <a:lnTo>
                  <a:pt x="827" y="2377"/>
                </a:lnTo>
                <a:lnTo>
                  <a:pt x="846" y="2372"/>
                </a:lnTo>
                <a:lnTo>
                  <a:pt x="864" y="2367"/>
                </a:lnTo>
                <a:lnTo>
                  <a:pt x="882" y="2366"/>
                </a:lnTo>
                <a:lnTo>
                  <a:pt x="900" y="2367"/>
                </a:lnTo>
                <a:lnTo>
                  <a:pt x="915" y="2372"/>
                </a:lnTo>
                <a:lnTo>
                  <a:pt x="904" y="2355"/>
                </a:lnTo>
                <a:lnTo>
                  <a:pt x="891" y="2340"/>
                </a:lnTo>
                <a:lnTo>
                  <a:pt x="873" y="2328"/>
                </a:lnTo>
                <a:lnTo>
                  <a:pt x="853" y="2319"/>
                </a:lnTo>
                <a:lnTo>
                  <a:pt x="832" y="2313"/>
                </a:lnTo>
                <a:lnTo>
                  <a:pt x="808" y="2308"/>
                </a:lnTo>
                <a:lnTo>
                  <a:pt x="783" y="2306"/>
                </a:lnTo>
                <a:lnTo>
                  <a:pt x="758" y="2306"/>
                </a:lnTo>
                <a:close/>
                <a:moveTo>
                  <a:pt x="371" y="2235"/>
                </a:moveTo>
                <a:lnTo>
                  <a:pt x="339" y="2240"/>
                </a:lnTo>
                <a:lnTo>
                  <a:pt x="299" y="2249"/>
                </a:lnTo>
                <a:lnTo>
                  <a:pt x="280" y="2253"/>
                </a:lnTo>
                <a:lnTo>
                  <a:pt x="264" y="2257"/>
                </a:lnTo>
                <a:lnTo>
                  <a:pt x="279" y="2280"/>
                </a:lnTo>
                <a:lnTo>
                  <a:pt x="295" y="2303"/>
                </a:lnTo>
                <a:lnTo>
                  <a:pt x="313" y="2325"/>
                </a:lnTo>
                <a:lnTo>
                  <a:pt x="334" y="2346"/>
                </a:lnTo>
                <a:lnTo>
                  <a:pt x="356" y="2365"/>
                </a:lnTo>
                <a:lnTo>
                  <a:pt x="379" y="2382"/>
                </a:lnTo>
                <a:lnTo>
                  <a:pt x="404" y="2394"/>
                </a:lnTo>
                <a:lnTo>
                  <a:pt x="411" y="2387"/>
                </a:lnTo>
                <a:lnTo>
                  <a:pt x="428" y="2370"/>
                </a:lnTo>
                <a:lnTo>
                  <a:pt x="436" y="2361"/>
                </a:lnTo>
                <a:lnTo>
                  <a:pt x="444" y="2352"/>
                </a:lnTo>
                <a:lnTo>
                  <a:pt x="452" y="2345"/>
                </a:lnTo>
                <a:lnTo>
                  <a:pt x="457" y="2339"/>
                </a:lnTo>
                <a:lnTo>
                  <a:pt x="461" y="2335"/>
                </a:lnTo>
                <a:lnTo>
                  <a:pt x="462" y="2334"/>
                </a:lnTo>
                <a:lnTo>
                  <a:pt x="444" y="2336"/>
                </a:lnTo>
                <a:lnTo>
                  <a:pt x="430" y="2337"/>
                </a:lnTo>
                <a:lnTo>
                  <a:pt x="417" y="2335"/>
                </a:lnTo>
                <a:lnTo>
                  <a:pt x="405" y="2334"/>
                </a:lnTo>
                <a:lnTo>
                  <a:pt x="394" y="2330"/>
                </a:lnTo>
                <a:lnTo>
                  <a:pt x="383" y="2328"/>
                </a:lnTo>
                <a:lnTo>
                  <a:pt x="371" y="2326"/>
                </a:lnTo>
                <a:lnTo>
                  <a:pt x="373" y="2318"/>
                </a:lnTo>
                <a:lnTo>
                  <a:pt x="375" y="2309"/>
                </a:lnTo>
                <a:lnTo>
                  <a:pt x="379" y="2298"/>
                </a:lnTo>
                <a:lnTo>
                  <a:pt x="387" y="2288"/>
                </a:lnTo>
                <a:lnTo>
                  <a:pt x="395" y="2282"/>
                </a:lnTo>
                <a:lnTo>
                  <a:pt x="405" y="2279"/>
                </a:lnTo>
                <a:lnTo>
                  <a:pt x="433" y="2273"/>
                </a:lnTo>
                <a:lnTo>
                  <a:pt x="447" y="2270"/>
                </a:lnTo>
                <a:lnTo>
                  <a:pt x="462" y="2265"/>
                </a:lnTo>
                <a:lnTo>
                  <a:pt x="446" y="2259"/>
                </a:lnTo>
                <a:lnTo>
                  <a:pt x="432" y="2251"/>
                </a:lnTo>
                <a:lnTo>
                  <a:pt x="416" y="2244"/>
                </a:lnTo>
                <a:lnTo>
                  <a:pt x="401" y="2238"/>
                </a:lnTo>
                <a:lnTo>
                  <a:pt x="386" y="2235"/>
                </a:lnTo>
                <a:lnTo>
                  <a:pt x="371" y="2235"/>
                </a:lnTo>
                <a:close/>
                <a:moveTo>
                  <a:pt x="926" y="2137"/>
                </a:moveTo>
                <a:lnTo>
                  <a:pt x="915" y="2146"/>
                </a:lnTo>
                <a:lnTo>
                  <a:pt x="900" y="2155"/>
                </a:lnTo>
                <a:lnTo>
                  <a:pt x="883" y="2167"/>
                </a:lnTo>
                <a:lnTo>
                  <a:pt x="866" y="2179"/>
                </a:lnTo>
                <a:lnTo>
                  <a:pt x="829" y="2202"/>
                </a:lnTo>
                <a:lnTo>
                  <a:pt x="811" y="2213"/>
                </a:lnTo>
                <a:lnTo>
                  <a:pt x="794" y="2224"/>
                </a:lnTo>
                <a:lnTo>
                  <a:pt x="776" y="2231"/>
                </a:lnTo>
                <a:lnTo>
                  <a:pt x="762" y="2236"/>
                </a:lnTo>
                <a:lnTo>
                  <a:pt x="748" y="2238"/>
                </a:lnTo>
                <a:lnTo>
                  <a:pt x="731" y="2237"/>
                </a:lnTo>
                <a:lnTo>
                  <a:pt x="718" y="2235"/>
                </a:lnTo>
                <a:lnTo>
                  <a:pt x="709" y="2231"/>
                </a:lnTo>
                <a:lnTo>
                  <a:pt x="702" y="2225"/>
                </a:lnTo>
                <a:lnTo>
                  <a:pt x="697" y="2218"/>
                </a:lnTo>
                <a:lnTo>
                  <a:pt x="695" y="2211"/>
                </a:lnTo>
                <a:lnTo>
                  <a:pt x="695" y="2202"/>
                </a:lnTo>
                <a:lnTo>
                  <a:pt x="696" y="2192"/>
                </a:lnTo>
                <a:lnTo>
                  <a:pt x="700" y="2180"/>
                </a:lnTo>
                <a:lnTo>
                  <a:pt x="706" y="2173"/>
                </a:lnTo>
                <a:lnTo>
                  <a:pt x="712" y="2169"/>
                </a:lnTo>
                <a:lnTo>
                  <a:pt x="719" y="2167"/>
                </a:lnTo>
                <a:lnTo>
                  <a:pt x="728" y="2168"/>
                </a:lnTo>
                <a:lnTo>
                  <a:pt x="736" y="2170"/>
                </a:lnTo>
                <a:lnTo>
                  <a:pt x="732" y="2165"/>
                </a:lnTo>
                <a:lnTo>
                  <a:pt x="726" y="2160"/>
                </a:lnTo>
                <a:lnTo>
                  <a:pt x="718" y="2157"/>
                </a:lnTo>
                <a:lnTo>
                  <a:pt x="707" y="2156"/>
                </a:lnTo>
                <a:lnTo>
                  <a:pt x="696" y="2158"/>
                </a:lnTo>
                <a:lnTo>
                  <a:pt x="685" y="2166"/>
                </a:lnTo>
                <a:lnTo>
                  <a:pt x="676" y="2176"/>
                </a:lnTo>
                <a:lnTo>
                  <a:pt x="671" y="2188"/>
                </a:lnTo>
                <a:lnTo>
                  <a:pt x="668" y="2202"/>
                </a:lnTo>
                <a:lnTo>
                  <a:pt x="668" y="2216"/>
                </a:lnTo>
                <a:lnTo>
                  <a:pt x="671" y="2229"/>
                </a:lnTo>
                <a:lnTo>
                  <a:pt x="676" y="2240"/>
                </a:lnTo>
                <a:lnTo>
                  <a:pt x="685" y="2250"/>
                </a:lnTo>
                <a:lnTo>
                  <a:pt x="699" y="2259"/>
                </a:lnTo>
                <a:lnTo>
                  <a:pt x="718" y="2265"/>
                </a:lnTo>
                <a:lnTo>
                  <a:pt x="738" y="2268"/>
                </a:lnTo>
                <a:lnTo>
                  <a:pt x="760" y="2268"/>
                </a:lnTo>
                <a:lnTo>
                  <a:pt x="780" y="2264"/>
                </a:lnTo>
                <a:lnTo>
                  <a:pt x="791" y="2260"/>
                </a:lnTo>
                <a:lnTo>
                  <a:pt x="801" y="2254"/>
                </a:lnTo>
                <a:lnTo>
                  <a:pt x="809" y="2248"/>
                </a:lnTo>
                <a:lnTo>
                  <a:pt x="819" y="2241"/>
                </a:lnTo>
                <a:lnTo>
                  <a:pt x="829" y="2233"/>
                </a:lnTo>
                <a:lnTo>
                  <a:pt x="841" y="2223"/>
                </a:lnTo>
                <a:lnTo>
                  <a:pt x="856" y="2211"/>
                </a:lnTo>
                <a:lnTo>
                  <a:pt x="874" y="2196"/>
                </a:lnTo>
                <a:lnTo>
                  <a:pt x="893" y="2188"/>
                </a:lnTo>
                <a:lnTo>
                  <a:pt x="909" y="2184"/>
                </a:lnTo>
                <a:lnTo>
                  <a:pt x="925" y="2185"/>
                </a:lnTo>
                <a:lnTo>
                  <a:pt x="938" y="2188"/>
                </a:lnTo>
                <a:lnTo>
                  <a:pt x="950" y="2193"/>
                </a:lnTo>
                <a:lnTo>
                  <a:pt x="960" y="2202"/>
                </a:lnTo>
                <a:lnTo>
                  <a:pt x="968" y="2210"/>
                </a:lnTo>
                <a:lnTo>
                  <a:pt x="973" y="2219"/>
                </a:lnTo>
                <a:lnTo>
                  <a:pt x="974" y="2225"/>
                </a:lnTo>
                <a:lnTo>
                  <a:pt x="974" y="2240"/>
                </a:lnTo>
                <a:lnTo>
                  <a:pt x="973" y="2247"/>
                </a:lnTo>
                <a:lnTo>
                  <a:pt x="970" y="2254"/>
                </a:lnTo>
                <a:lnTo>
                  <a:pt x="966" y="2259"/>
                </a:lnTo>
                <a:lnTo>
                  <a:pt x="958" y="2262"/>
                </a:lnTo>
                <a:lnTo>
                  <a:pt x="948" y="2262"/>
                </a:lnTo>
                <a:lnTo>
                  <a:pt x="937" y="2259"/>
                </a:lnTo>
                <a:lnTo>
                  <a:pt x="928" y="2254"/>
                </a:lnTo>
                <a:lnTo>
                  <a:pt x="921" y="2248"/>
                </a:lnTo>
                <a:lnTo>
                  <a:pt x="915" y="2240"/>
                </a:lnTo>
                <a:lnTo>
                  <a:pt x="914" y="2229"/>
                </a:lnTo>
                <a:lnTo>
                  <a:pt x="915" y="2219"/>
                </a:lnTo>
                <a:lnTo>
                  <a:pt x="904" y="2228"/>
                </a:lnTo>
                <a:lnTo>
                  <a:pt x="895" y="2240"/>
                </a:lnTo>
                <a:lnTo>
                  <a:pt x="889" y="2252"/>
                </a:lnTo>
                <a:lnTo>
                  <a:pt x="885" y="2266"/>
                </a:lnTo>
                <a:lnTo>
                  <a:pt x="884" y="2279"/>
                </a:lnTo>
                <a:lnTo>
                  <a:pt x="886" y="2290"/>
                </a:lnTo>
                <a:lnTo>
                  <a:pt x="893" y="2297"/>
                </a:lnTo>
                <a:lnTo>
                  <a:pt x="901" y="2305"/>
                </a:lnTo>
                <a:lnTo>
                  <a:pt x="911" y="2311"/>
                </a:lnTo>
                <a:lnTo>
                  <a:pt x="923" y="2317"/>
                </a:lnTo>
                <a:lnTo>
                  <a:pt x="936" y="2323"/>
                </a:lnTo>
                <a:lnTo>
                  <a:pt x="943" y="2328"/>
                </a:lnTo>
                <a:lnTo>
                  <a:pt x="948" y="2333"/>
                </a:lnTo>
                <a:lnTo>
                  <a:pt x="953" y="2336"/>
                </a:lnTo>
                <a:lnTo>
                  <a:pt x="959" y="2338"/>
                </a:lnTo>
                <a:lnTo>
                  <a:pt x="968" y="2339"/>
                </a:lnTo>
                <a:lnTo>
                  <a:pt x="981" y="2341"/>
                </a:lnTo>
                <a:lnTo>
                  <a:pt x="984" y="2332"/>
                </a:lnTo>
                <a:lnTo>
                  <a:pt x="986" y="2323"/>
                </a:lnTo>
                <a:lnTo>
                  <a:pt x="989" y="2313"/>
                </a:lnTo>
                <a:lnTo>
                  <a:pt x="997" y="2297"/>
                </a:lnTo>
                <a:lnTo>
                  <a:pt x="1002" y="2279"/>
                </a:lnTo>
                <a:lnTo>
                  <a:pt x="1002" y="2260"/>
                </a:lnTo>
                <a:lnTo>
                  <a:pt x="1001" y="2240"/>
                </a:lnTo>
                <a:lnTo>
                  <a:pt x="996" y="2221"/>
                </a:lnTo>
                <a:lnTo>
                  <a:pt x="989" y="2202"/>
                </a:lnTo>
                <a:lnTo>
                  <a:pt x="980" y="2185"/>
                </a:lnTo>
                <a:lnTo>
                  <a:pt x="968" y="2169"/>
                </a:lnTo>
                <a:lnTo>
                  <a:pt x="956" y="2155"/>
                </a:lnTo>
                <a:lnTo>
                  <a:pt x="941" y="2144"/>
                </a:lnTo>
                <a:lnTo>
                  <a:pt x="926" y="2137"/>
                </a:lnTo>
                <a:close/>
                <a:moveTo>
                  <a:pt x="709" y="2075"/>
                </a:moveTo>
                <a:lnTo>
                  <a:pt x="602" y="2082"/>
                </a:lnTo>
                <a:lnTo>
                  <a:pt x="602" y="2090"/>
                </a:lnTo>
                <a:lnTo>
                  <a:pt x="627" y="2181"/>
                </a:lnTo>
                <a:lnTo>
                  <a:pt x="631" y="2179"/>
                </a:lnTo>
                <a:lnTo>
                  <a:pt x="637" y="2176"/>
                </a:lnTo>
                <a:lnTo>
                  <a:pt x="641" y="2174"/>
                </a:lnTo>
                <a:lnTo>
                  <a:pt x="645" y="2173"/>
                </a:lnTo>
                <a:lnTo>
                  <a:pt x="651" y="2169"/>
                </a:lnTo>
                <a:lnTo>
                  <a:pt x="659" y="2165"/>
                </a:lnTo>
                <a:lnTo>
                  <a:pt x="669" y="2158"/>
                </a:lnTo>
                <a:lnTo>
                  <a:pt x="681" y="2151"/>
                </a:lnTo>
                <a:lnTo>
                  <a:pt x="693" y="2141"/>
                </a:lnTo>
                <a:lnTo>
                  <a:pt x="706" y="2130"/>
                </a:lnTo>
                <a:lnTo>
                  <a:pt x="717" y="2118"/>
                </a:lnTo>
                <a:lnTo>
                  <a:pt x="728" y="2104"/>
                </a:lnTo>
                <a:lnTo>
                  <a:pt x="736" y="2090"/>
                </a:lnTo>
                <a:lnTo>
                  <a:pt x="742" y="2075"/>
                </a:lnTo>
                <a:lnTo>
                  <a:pt x="709" y="2075"/>
                </a:lnTo>
                <a:close/>
                <a:moveTo>
                  <a:pt x="833" y="2000"/>
                </a:moveTo>
                <a:lnTo>
                  <a:pt x="818" y="2001"/>
                </a:lnTo>
                <a:lnTo>
                  <a:pt x="805" y="2005"/>
                </a:lnTo>
                <a:lnTo>
                  <a:pt x="794" y="2015"/>
                </a:lnTo>
                <a:lnTo>
                  <a:pt x="783" y="2029"/>
                </a:lnTo>
                <a:lnTo>
                  <a:pt x="778" y="2042"/>
                </a:lnTo>
                <a:lnTo>
                  <a:pt x="776" y="2057"/>
                </a:lnTo>
                <a:lnTo>
                  <a:pt x="777" y="2072"/>
                </a:lnTo>
                <a:lnTo>
                  <a:pt x="781" y="2088"/>
                </a:lnTo>
                <a:lnTo>
                  <a:pt x="786" y="2103"/>
                </a:lnTo>
                <a:lnTo>
                  <a:pt x="793" y="2118"/>
                </a:lnTo>
                <a:lnTo>
                  <a:pt x="800" y="2130"/>
                </a:lnTo>
                <a:lnTo>
                  <a:pt x="808" y="2138"/>
                </a:lnTo>
                <a:lnTo>
                  <a:pt x="816" y="2143"/>
                </a:lnTo>
                <a:lnTo>
                  <a:pt x="828" y="2145"/>
                </a:lnTo>
                <a:lnTo>
                  <a:pt x="842" y="2144"/>
                </a:lnTo>
                <a:lnTo>
                  <a:pt x="857" y="2141"/>
                </a:lnTo>
                <a:lnTo>
                  <a:pt x="872" y="2136"/>
                </a:lnTo>
                <a:lnTo>
                  <a:pt x="886" y="2128"/>
                </a:lnTo>
                <a:lnTo>
                  <a:pt x="898" y="2118"/>
                </a:lnTo>
                <a:lnTo>
                  <a:pt x="907" y="2105"/>
                </a:lnTo>
                <a:lnTo>
                  <a:pt x="912" y="2092"/>
                </a:lnTo>
                <a:lnTo>
                  <a:pt x="913" y="2077"/>
                </a:lnTo>
                <a:lnTo>
                  <a:pt x="911" y="2062"/>
                </a:lnTo>
                <a:lnTo>
                  <a:pt x="907" y="2048"/>
                </a:lnTo>
                <a:lnTo>
                  <a:pt x="900" y="2033"/>
                </a:lnTo>
                <a:lnTo>
                  <a:pt x="891" y="2021"/>
                </a:lnTo>
                <a:lnTo>
                  <a:pt x="879" y="2012"/>
                </a:lnTo>
                <a:lnTo>
                  <a:pt x="866" y="2006"/>
                </a:lnTo>
                <a:lnTo>
                  <a:pt x="849" y="2002"/>
                </a:lnTo>
                <a:lnTo>
                  <a:pt x="833" y="2000"/>
                </a:lnTo>
                <a:close/>
                <a:moveTo>
                  <a:pt x="977" y="1980"/>
                </a:moveTo>
                <a:lnTo>
                  <a:pt x="970" y="1982"/>
                </a:lnTo>
                <a:lnTo>
                  <a:pt x="965" y="1986"/>
                </a:lnTo>
                <a:lnTo>
                  <a:pt x="963" y="1990"/>
                </a:lnTo>
                <a:lnTo>
                  <a:pt x="961" y="1996"/>
                </a:lnTo>
                <a:lnTo>
                  <a:pt x="961" y="2004"/>
                </a:lnTo>
                <a:lnTo>
                  <a:pt x="962" y="2010"/>
                </a:lnTo>
                <a:lnTo>
                  <a:pt x="966" y="2017"/>
                </a:lnTo>
                <a:lnTo>
                  <a:pt x="973" y="2021"/>
                </a:lnTo>
                <a:lnTo>
                  <a:pt x="983" y="2023"/>
                </a:lnTo>
                <a:lnTo>
                  <a:pt x="991" y="2022"/>
                </a:lnTo>
                <a:lnTo>
                  <a:pt x="999" y="2018"/>
                </a:lnTo>
                <a:lnTo>
                  <a:pt x="1003" y="2013"/>
                </a:lnTo>
                <a:lnTo>
                  <a:pt x="1006" y="2006"/>
                </a:lnTo>
                <a:lnTo>
                  <a:pt x="1006" y="1998"/>
                </a:lnTo>
                <a:lnTo>
                  <a:pt x="1003" y="1992"/>
                </a:lnTo>
                <a:lnTo>
                  <a:pt x="998" y="1987"/>
                </a:lnTo>
                <a:lnTo>
                  <a:pt x="991" y="1982"/>
                </a:lnTo>
                <a:lnTo>
                  <a:pt x="984" y="1980"/>
                </a:lnTo>
                <a:lnTo>
                  <a:pt x="977" y="1980"/>
                </a:lnTo>
                <a:close/>
                <a:moveTo>
                  <a:pt x="628" y="1971"/>
                </a:moveTo>
                <a:lnTo>
                  <a:pt x="603" y="1981"/>
                </a:lnTo>
                <a:lnTo>
                  <a:pt x="576" y="1988"/>
                </a:lnTo>
                <a:lnTo>
                  <a:pt x="546" y="1996"/>
                </a:lnTo>
                <a:lnTo>
                  <a:pt x="516" y="2004"/>
                </a:lnTo>
                <a:lnTo>
                  <a:pt x="486" y="2010"/>
                </a:lnTo>
                <a:lnTo>
                  <a:pt x="455" y="2017"/>
                </a:lnTo>
                <a:lnTo>
                  <a:pt x="424" y="2024"/>
                </a:lnTo>
                <a:lnTo>
                  <a:pt x="395" y="2031"/>
                </a:lnTo>
                <a:lnTo>
                  <a:pt x="367" y="2037"/>
                </a:lnTo>
                <a:lnTo>
                  <a:pt x="341" y="2045"/>
                </a:lnTo>
                <a:lnTo>
                  <a:pt x="318" y="2053"/>
                </a:lnTo>
                <a:lnTo>
                  <a:pt x="299" y="2062"/>
                </a:lnTo>
                <a:lnTo>
                  <a:pt x="283" y="2072"/>
                </a:lnTo>
                <a:lnTo>
                  <a:pt x="271" y="2082"/>
                </a:lnTo>
                <a:lnTo>
                  <a:pt x="265" y="2094"/>
                </a:lnTo>
                <a:lnTo>
                  <a:pt x="262" y="2107"/>
                </a:lnTo>
                <a:lnTo>
                  <a:pt x="261" y="2121"/>
                </a:lnTo>
                <a:lnTo>
                  <a:pt x="262" y="2136"/>
                </a:lnTo>
                <a:lnTo>
                  <a:pt x="264" y="2150"/>
                </a:lnTo>
                <a:lnTo>
                  <a:pt x="269" y="2163"/>
                </a:lnTo>
                <a:lnTo>
                  <a:pt x="274" y="2174"/>
                </a:lnTo>
                <a:lnTo>
                  <a:pt x="280" y="2181"/>
                </a:lnTo>
                <a:lnTo>
                  <a:pt x="289" y="2185"/>
                </a:lnTo>
                <a:lnTo>
                  <a:pt x="298" y="2188"/>
                </a:lnTo>
                <a:lnTo>
                  <a:pt x="310" y="2189"/>
                </a:lnTo>
                <a:lnTo>
                  <a:pt x="322" y="2188"/>
                </a:lnTo>
                <a:lnTo>
                  <a:pt x="334" y="2185"/>
                </a:lnTo>
                <a:lnTo>
                  <a:pt x="346" y="2179"/>
                </a:lnTo>
                <a:lnTo>
                  <a:pt x="355" y="2170"/>
                </a:lnTo>
                <a:lnTo>
                  <a:pt x="363" y="2158"/>
                </a:lnTo>
                <a:lnTo>
                  <a:pt x="346" y="2160"/>
                </a:lnTo>
                <a:lnTo>
                  <a:pt x="332" y="2160"/>
                </a:lnTo>
                <a:lnTo>
                  <a:pt x="320" y="2157"/>
                </a:lnTo>
                <a:lnTo>
                  <a:pt x="312" y="2151"/>
                </a:lnTo>
                <a:lnTo>
                  <a:pt x="305" y="2144"/>
                </a:lnTo>
                <a:lnTo>
                  <a:pt x="302" y="2136"/>
                </a:lnTo>
                <a:lnTo>
                  <a:pt x="300" y="2126"/>
                </a:lnTo>
                <a:lnTo>
                  <a:pt x="302" y="2113"/>
                </a:lnTo>
                <a:lnTo>
                  <a:pt x="309" y="2101"/>
                </a:lnTo>
                <a:lnTo>
                  <a:pt x="320" y="2092"/>
                </a:lnTo>
                <a:lnTo>
                  <a:pt x="335" y="2086"/>
                </a:lnTo>
                <a:lnTo>
                  <a:pt x="355" y="2082"/>
                </a:lnTo>
                <a:lnTo>
                  <a:pt x="366" y="2084"/>
                </a:lnTo>
                <a:lnTo>
                  <a:pt x="377" y="2089"/>
                </a:lnTo>
                <a:lnTo>
                  <a:pt x="386" y="2099"/>
                </a:lnTo>
                <a:lnTo>
                  <a:pt x="393" y="2112"/>
                </a:lnTo>
                <a:lnTo>
                  <a:pt x="400" y="2127"/>
                </a:lnTo>
                <a:lnTo>
                  <a:pt x="405" y="2145"/>
                </a:lnTo>
                <a:lnTo>
                  <a:pt x="410" y="2163"/>
                </a:lnTo>
                <a:lnTo>
                  <a:pt x="411" y="2184"/>
                </a:lnTo>
                <a:lnTo>
                  <a:pt x="412" y="2204"/>
                </a:lnTo>
                <a:lnTo>
                  <a:pt x="413" y="2205"/>
                </a:lnTo>
                <a:lnTo>
                  <a:pt x="415" y="2205"/>
                </a:lnTo>
                <a:lnTo>
                  <a:pt x="419" y="2203"/>
                </a:lnTo>
                <a:lnTo>
                  <a:pt x="424" y="2202"/>
                </a:lnTo>
                <a:lnTo>
                  <a:pt x="431" y="2201"/>
                </a:lnTo>
                <a:lnTo>
                  <a:pt x="440" y="2201"/>
                </a:lnTo>
                <a:lnTo>
                  <a:pt x="450" y="2202"/>
                </a:lnTo>
                <a:lnTo>
                  <a:pt x="463" y="2205"/>
                </a:lnTo>
                <a:lnTo>
                  <a:pt x="477" y="2211"/>
                </a:lnTo>
                <a:lnTo>
                  <a:pt x="495" y="2219"/>
                </a:lnTo>
                <a:lnTo>
                  <a:pt x="487" y="2203"/>
                </a:lnTo>
                <a:lnTo>
                  <a:pt x="472" y="2173"/>
                </a:lnTo>
                <a:lnTo>
                  <a:pt x="467" y="2158"/>
                </a:lnTo>
                <a:lnTo>
                  <a:pt x="466" y="2144"/>
                </a:lnTo>
                <a:lnTo>
                  <a:pt x="466" y="2130"/>
                </a:lnTo>
                <a:lnTo>
                  <a:pt x="472" y="2117"/>
                </a:lnTo>
                <a:lnTo>
                  <a:pt x="474" y="2117"/>
                </a:lnTo>
                <a:lnTo>
                  <a:pt x="480" y="2119"/>
                </a:lnTo>
                <a:lnTo>
                  <a:pt x="490" y="2121"/>
                </a:lnTo>
                <a:lnTo>
                  <a:pt x="502" y="2126"/>
                </a:lnTo>
                <a:lnTo>
                  <a:pt x="516" y="2135"/>
                </a:lnTo>
                <a:lnTo>
                  <a:pt x="532" y="2146"/>
                </a:lnTo>
                <a:lnTo>
                  <a:pt x="546" y="2161"/>
                </a:lnTo>
                <a:lnTo>
                  <a:pt x="561" y="2181"/>
                </a:lnTo>
                <a:lnTo>
                  <a:pt x="559" y="2156"/>
                </a:lnTo>
                <a:lnTo>
                  <a:pt x="560" y="2133"/>
                </a:lnTo>
                <a:lnTo>
                  <a:pt x="564" y="2114"/>
                </a:lnTo>
                <a:lnTo>
                  <a:pt x="568" y="2097"/>
                </a:lnTo>
                <a:lnTo>
                  <a:pt x="575" y="2082"/>
                </a:lnTo>
                <a:lnTo>
                  <a:pt x="582" y="2069"/>
                </a:lnTo>
                <a:lnTo>
                  <a:pt x="589" y="2056"/>
                </a:lnTo>
                <a:lnTo>
                  <a:pt x="597" y="2044"/>
                </a:lnTo>
                <a:lnTo>
                  <a:pt x="606" y="2031"/>
                </a:lnTo>
                <a:lnTo>
                  <a:pt x="613" y="2019"/>
                </a:lnTo>
                <a:lnTo>
                  <a:pt x="619" y="2005"/>
                </a:lnTo>
                <a:lnTo>
                  <a:pt x="624" y="1989"/>
                </a:lnTo>
                <a:lnTo>
                  <a:pt x="628" y="1971"/>
                </a:lnTo>
                <a:close/>
                <a:moveTo>
                  <a:pt x="909" y="1961"/>
                </a:moveTo>
                <a:lnTo>
                  <a:pt x="904" y="1963"/>
                </a:lnTo>
                <a:lnTo>
                  <a:pt x="899" y="1968"/>
                </a:lnTo>
                <a:lnTo>
                  <a:pt x="896" y="1976"/>
                </a:lnTo>
                <a:lnTo>
                  <a:pt x="897" y="1985"/>
                </a:lnTo>
                <a:lnTo>
                  <a:pt x="901" y="1993"/>
                </a:lnTo>
                <a:lnTo>
                  <a:pt x="906" y="1998"/>
                </a:lnTo>
                <a:lnTo>
                  <a:pt x="913" y="2002"/>
                </a:lnTo>
                <a:lnTo>
                  <a:pt x="922" y="2003"/>
                </a:lnTo>
                <a:lnTo>
                  <a:pt x="929" y="2001"/>
                </a:lnTo>
                <a:lnTo>
                  <a:pt x="936" y="1996"/>
                </a:lnTo>
                <a:lnTo>
                  <a:pt x="939" y="1990"/>
                </a:lnTo>
                <a:lnTo>
                  <a:pt x="940" y="1983"/>
                </a:lnTo>
                <a:lnTo>
                  <a:pt x="938" y="1976"/>
                </a:lnTo>
                <a:lnTo>
                  <a:pt x="935" y="1969"/>
                </a:lnTo>
                <a:lnTo>
                  <a:pt x="928" y="1965"/>
                </a:lnTo>
                <a:lnTo>
                  <a:pt x="923" y="1962"/>
                </a:lnTo>
                <a:lnTo>
                  <a:pt x="915" y="1961"/>
                </a:lnTo>
                <a:lnTo>
                  <a:pt x="909" y="1961"/>
                </a:lnTo>
                <a:close/>
                <a:moveTo>
                  <a:pt x="840" y="1936"/>
                </a:moveTo>
                <a:lnTo>
                  <a:pt x="833" y="1938"/>
                </a:lnTo>
                <a:lnTo>
                  <a:pt x="828" y="1942"/>
                </a:lnTo>
                <a:lnTo>
                  <a:pt x="827" y="1949"/>
                </a:lnTo>
                <a:lnTo>
                  <a:pt x="827" y="1956"/>
                </a:lnTo>
                <a:lnTo>
                  <a:pt x="828" y="1963"/>
                </a:lnTo>
                <a:lnTo>
                  <a:pt x="832" y="1967"/>
                </a:lnTo>
                <a:lnTo>
                  <a:pt x="839" y="1970"/>
                </a:lnTo>
                <a:lnTo>
                  <a:pt x="848" y="1971"/>
                </a:lnTo>
                <a:lnTo>
                  <a:pt x="855" y="1970"/>
                </a:lnTo>
                <a:lnTo>
                  <a:pt x="860" y="1969"/>
                </a:lnTo>
                <a:lnTo>
                  <a:pt x="863" y="1967"/>
                </a:lnTo>
                <a:lnTo>
                  <a:pt x="867" y="1965"/>
                </a:lnTo>
                <a:lnTo>
                  <a:pt x="870" y="1960"/>
                </a:lnTo>
                <a:lnTo>
                  <a:pt x="871" y="1953"/>
                </a:lnTo>
                <a:lnTo>
                  <a:pt x="869" y="1945"/>
                </a:lnTo>
                <a:lnTo>
                  <a:pt x="865" y="1941"/>
                </a:lnTo>
                <a:lnTo>
                  <a:pt x="861" y="1938"/>
                </a:lnTo>
                <a:lnTo>
                  <a:pt x="854" y="1937"/>
                </a:lnTo>
                <a:lnTo>
                  <a:pt x="848" y="1936"/>
                </a:lnTo>
                <a:lnTo>
                  <a:pt x="840" y="1936"/>
                </a:lnTo>
                <a:close/>
                <a:moveTo>
                  <a:pt x="727" y="1851"/>
                </a:moveTo>
                <a:lnTo>
                  <a:pt x="716" y="1853"/>
                </a:lnTo>
                <a:lnTo>
                  <a:pt x="707" y="1856"/>
                </a:lnTo>
                <a:lnTo>
                  <a:pt x="701" y="1861"/>
                </a:lnTo>
                <a:lnTo>
                  <a:pt x="694" y="1873"/>
                </a:lnTo>
                <a:lnTo>
                  <a:pt x="687" y="1888"/>
                </a:lnTo>
                <a:lnTo>
                  <a:pt x="681" y="1904"/>
                </a:lnTo>
                <a:lnTo>
                  <a:pt x="670" y="1941"/>
                </a:lnTo>
                <a:lnTo>
                  <a:pt x="665" y="1960"/>
                </a:lnTo>
                <a:lnTo>
                  <a:pt x="662" y="1979"/>
                </a:lnTo>
                <a:lnTo>
                  <a:pt x="659" y="1997"/>
                </a:lnTo>
                <a:lnTo>
                  <a:pt x="657" y="2012"/>
                </a:lnTo>
                <a:lnTo>
                  <a:pt x="655" y="2026"/>
                </a:lnTo>
                <a:lnTo>
                  <a:pt x="656" y="2036"/>
                </a:lnTo>
                <a:lnTo>
                  <a:pt x="657" y="2042"/>
                </a:lnTo>
                <a:lnTo>
                  <a:pt x="660" y="2044"/>
                </a:lnTo>
                <a:lnTo>
                  <a:pt x="674" y="2041"/>
                </a:lnTo>
                <a:lnTo>
                  <a:pt x="690" y="2034"/>
                </a:lnTo>
                <a:lnTo>
                  <a:pt x="706" y="2025"/>
                </a:lnTo>
                <a:lnTo>
                  <a:pt x="721" y="2013"/>
                </a:lnTo>
                <a:lnTo>
                  <a:pt x="736" y="1998"/>
                </a:lnTo>
                <a:lnTo>
                  <a:pt x="750" y="1983"/>
                </a:lnTo>
                <a:lnTo>
                  <a:pt x="762" y="1966"/>
                </a:lnTo>
                <a:lnTo>
                  <a:pt x="773" y="1950"/>
                </a:lnTo>
                <a:lnTo>
                  <a:pt x="781" y="1933"/>
                </a:lnTo>
                <a:lnTo>
                  <a:pt x="787" y="1917"/>
                </a:lnTo>
                <a:lnTo>
                  <a:pt x="789" y="1902"/>
                </a:lnTo>
                <a:lnTo>
                  <a:pt x="788" y="1889"/>
                </a:lnTo>
                <a:lnTo>
                  <a:pt x="783" y="1877"/>
                </a:lnTo>
                <a:lnTo>
                  <a:pt x="775" y="1867"/>
                </a:lnTo>
                <a:lnTo>
                  <a:pt x="764" y="1860"/>
                </a:lnTo>
                <a:lnTo>
                  <a:pt x="751" y="1855"/>
                </a:lnTo>
                <a:lnTo>
                  <a:pt x="740" y="1852"/>
                </a:lnTo>
                <a:lnTo>
                  <a:pt x="727" y="1851"/>
                </a:lnTo>
                <a:close/>
                <a:moveTo>
                  <a:pt x="893" y="1824"/>
                </a:moveTo>
                <a:lnTo>
                  <a:pt x="886" y="1825"/>
                </a:lnTo>
                <a:lnTo>
                  <a:pt x="880" y="1828"/>
                </a:lnTo>
                <a:lnTo>
                  <a:pt x="874" y="1831"/>
                </a:lnTo>
                <a:lnTo>
                  <a:pt x="870" y="1838"/>
                </a:lnTo>
                <a:lnTo>
                  <a:pt x="865" y="1847"/>
                </a:lnTo>
                <a:lnTo>
                  <a:pt x="861" y="1858"/>
                </a:lnTo>
                <a:lnTo>
                  <a:pt x="860" y="1868"/>
                </a:lnTo>
                <a:lnTo>
                  <a:pt x="862" y="1877"/>
                </a:lnTo>
                <a:lnTo>
                  <a:pt x="870" y="1887"/>
                </a:lnTo>
                <a:lnTo>
                  <a:pt x="881" y="1898"/>
                </a:lnTo>
                <a:lnTo>
                  <a:pt x="895" y="1909"/>
                </a:lnTo>
                <a:lnTo>
                  <a:pt x="914" y="1919"/>
                </a:lnTo>
                <a:lnTo>
                  <a:pt x="934" y="1929"/>
                </a:lnTo>
                <a:lnTo>
                  <a:pt x="956" y="1938"/>
                </a:lnTo>
                <a:lnTo>
                  <a:pt x="980" y="1944"/>
                </a:lnTo>
                <a:lnTo>
                  <a:pt x="994" y="1947"/>
                </a:lnTo>
                <a:lnTo>
                  <a:pt x="1006" y="1948"/>
                </a:lnTo>
                <a:lnTo>
                  <a:pt x="1014" y="1946"/>
                </a:lnTo>
                <a:lnTo>
                  <a:pt x="1020" y="1943"/>
                </a:lnTo>
                <a:lnTo>
                  <a:pt x="1024" y="1938"/>
                </a:lnTo>
                <a:lnTo>
                  <a:pt x="1025" y="1934"/>
                </a:lnTo>
                <a:lnTo>
                  <a:pt x="1025" y="1929"/>
                </a:lnTo>
                <a:lnTo>
                  <a:pt x="1024" y="1925"/>
                </a:lnTo>
                <a:lnTo>
                  <a:pt x="1024" y="1922"/>
                </a:lnTo>
                <a:lnTo>
                  <a:pt x="1023" y="1920"/>
                </a:lnTo>
                <a:lnTo>
                  <a:pt x="1015" y="1913"/>
                </a:lnTo>
                <a:lnTo>
                  <a:pt x="1003" y="1908"/>
                </a:lnTo>
                <a:lnTo>
                  <a:pt x="989" y="1904"/>
                </a:lnTo>
                <a:lnTo>
                  <a:pt x="972" y="1900"/>
                </a:lnTo>
                <a:lnTo>
                  <a:pt x="955" y="1896"/>
                </a:lnTo>
                <a:lnTo>
                  <a:pt x="939" y="1892"/>
                </a:lnTo>
                <a:lnTo>
                  <a:pt x="926" y="1889"/>
                </a:lnTo>
                <a:lnTo>
                  <a:pt x="915" y="1884"/>
                </a:lnTo>
                <a:lnTo>
                  <a:pt x="909" y="1878"/>
                </a:lnTo>
                <a:lnTo>
                  <a:pt x="905" y="1871"/>
                </a:lnTo>
                <a:lnTo>
                  <a:pt x="904" y="1861"/>
                </a:lnTo>
                <a:lnTo>
                  <a:pt x="905" y="1853"/>
                </a:lnTo>
                <a:lnTo>
                  <a:pt x="907" y="1845"/>
                </a:lnTo>
                <a:lnTo>
                  <a:pt x="908" y="1837"/>
                </a:lnTo>
                <a:lnTo>
                  <a:pt x="907" y="1831"/>
                </a:lnTo>
                <a:lnTo>
                  <a:pt x="904" y="1827"/>
                </a:lnTo>
                <a:lnTo>
                  <a:pt x="899" y="1824"/>
                </a:lnTo>
                <a:lnTo>
                  <a:pt x="893" y="1824"/>
                </a:lnTo>
                <a:close/>
                <a:moveTo>
                  <a:pt x="740" y="1762"/>
                </a:moveTo>
                <a:lnTo>
                  <a:pt x="727" y="1764"/>
                </a:lnTo>
                <a:lnTo>
                  <a:pt x="714" y="1767"/>
                </a:lnTo>
                <a:lnTo>
                  <a:pt x="701" y="1770"/>
                </a:lnTo>
                <a:lnTo>
                  <a:pt x="677" y="1781"/>
                </a:lnTo>
                <a:lnTo>
                  <a:pt x="664" y="1790"/>
                </a:lnTo>
                <a:lnTo>
                  <a:pt x="652" y="1797"/>
                </a:lnTo>
                <a:lnTo>
                  <a:pt x="639" y="1806"/>
                </a:lnTo>
                <a:lnTo>
                  <a:pt x="629" y="1814"/>
                </a:lnTo>
                <a:lnTo>
                  <a:pt x="620" y="1821"/>
                </a:lnTo>
                <a:lnTo>
                  <a:pt x="615" y="1827"/>
                </a:lnTo>
                <a:lnTo>
                  <a:pt x="609" y="1835"/>
                </a:lnTo>
                <a:lnTo>
                  <a:pt x="606" y="1844"/>
                </a:lnTo>
                <a:lnTo>
                  <a:pt x="604" y="1852"/>
                </a:lnTo>
                <a:lnTo>
                  <a:pt x="602" y="1861"/>
                </a:lnTo>
                <a:lnTo>
                  <a:pt x="619" y="1854"/>
                </a:lnTo>
                <a:lnTo>
                  <a:pt x="630" y="1849"/>
                </a:lnTo>
                <a:lnTo>
                  <a:pt x="644" y="1844"/>
                </a:lnTo>
                <a:lnTo>
                  <a:pt x="661" y="1838"/>
                </a:lnTo>
                <a:lnTo>
                  <a:pt x="679" y="1833"/>
                </a:lnTo>
                <a:lnTo>
                  <a:pt x="698" y="1828"/>
                </a:lnTo>
                <a:lnTo>
                  <a:pt x="719" y="1824"/>
                </a:lnTo>
                <a:lnTo>
                  <a:pt x="740" y="1822"/>
                </a:lnTo>
                <a:lnTo>
                  <a:pt x="762" y="1822"/>
                </a:lnTo>
                <a:lnTo>
                  <a:pt x="783" y="1823"/>
                </a:lnTo>
                <a:lnTo>
                  <a:pt x="781" y="1812"/>
                </a:lnTo>
                <a:lnTo>
                  <a:pt x="778" y="1800"/>
                </a:lnTo>
                <a:lnTo>
                  <a:pt x="775" y="1789"/>
                </a:lnTo>
                <a:lnTo>
                  <a:pt x="773" y="1779"/>
                </a:lnTo>
                <a:lnTo>
                  <a:pt x="767" y="1770"/>
                </a:lnTo>
                <a:lnTo>
                  <a:pt x="761" y="1766"/>
                </a:lnTo>
                <a:lnTo>
                  <a:pt x="751" y="1763"/>
                </a:lnTo>
                <a:lnTo>
                  <a:pt x="740" y="1762"/>
                </a:lnTo>
                <a:close/>
                <a:moveTo>
                  <a:pt x="362" y="1738"/>
                </a:moveTo>
                <a:lnTo>
                  <a:pt x="341" y="1739"/>
                </a:lnTo>
                <a:lnTo>
                  <a:pt x="323" y="1740"/>
                </a:lnTo>
                <a:lnTo>
                  <a:pt x="307" y="1743"/>
                </a:lnTo>
                <a:lnTo>
                  <a:pt x="293" y="1747"/>
                </a:lnTo>
                <a:lnTo>
                  <a:pt x="284" y="1751"/>
                </a:lnTo>
                <a:lnTo>
                  <a:pt x="274" y="1760"/>
                </a:lnTo>
                <a:lnTo>
                  <a:pt x="266" y="1771"/>
                </a:lnTo>
                <a:lnTo>
                  <a:pt x="261" y="1783"/>
                </a:lnTo>
                <a:lnTo>
                  <a:pt x="258" y="1795"/>
                </a:lnTo>
                <a:lnTo>
                  <a:pt x="257" y="1806"/>
                </a:lnTo>
                <a:lnTo>
                  <a:pt x="256" y="1815"/>
                </a:lnTo>
                <a:lnTo>
                  <a:pt x="256" y="1823"/>
                </a:lnTo>
                <a:lnTo>
                  <a:pt x="258" y="1818"/>
                </a:lnTo>
                <a:lnTo>
                  <a:pt x="261" y="1812"/>
                </a:lnTo>
                <a:lnTo>
                  <a:pt x="266" y="1806"/>
                </a:lnTo>
                <a:lnTo>
                  <a:pt x="271" y="1800"/>
                </a:lnTo>
                <a:lnTo>
                  <a:pt x="278" y="1794"/>
                </a:lnTo>
                <a:lnTo>
                  <a:pt x="287" y="1789"/>
                </a:lnTo>
                <a:lnTo>
                  <a:pt x="296" y="1786"/>
                </a:lnTo>
                <a:lnTo>
                  <a:pt x="308" y="1785"/>
                </a:lnTo>
                <a:lnTo>
                  <a:pt x="321" y="1789"/>
                </a:lnTo>
                <a:lnTo>
                  <a:pt x="332" y="1795"/>
                </a:lnTo>
                <a:lnTo>
                  <a:pt x="339" y="1801"/>
                </a:lnTo>
                <a:lnTo>
                  <a:pt x="343" y="1807"/>
                </a:lnTo>
                <a:lnTo>
                  <a:pt x="343" y="1813"/>
                </a:lnTo>
                <a:lnTo>
                  <a:pt x="341" y="1819"/>
                </a:lnTo>
                <a:lnTo>
                  <a:pt x="338" y="1823"/>
                </a:lnTo>
                <a:lnTo>
                  <a:pt x="289" y="1892"/>
                </a:lnTo>
                <a:lnTo>
                  <a:pt x="338" y="1915"/>
                </a:lnTo>
                <a:lnTo>
                  <a:pt x="352" y="1900"/>
                </a:lnTo>
                <a:lnTo>
                  <a:pt x="364" y="1885"/>
                </a:lnTo>
                <a:lnTo>
                  <a:pt x="375" y="1872"/>
                </a:lnTo>
                <a:lnTo>
                  <a:pt x="387" y="1861"/>
                </a:lnTo>
                <a:lnTo>
                  <a:pt x="401" y="1850"/>
                </a:lnTo>
                <a:lnTo>
                  <a:pt x="421" y="1839"/>
                </a:lnTo>
                <a:lnTo>
                  <a:pt x="431" y="1838"/>
                </a:lnTo>
                <a:lnTo>
                  <a:pt x="440" y="1837"/>
                </a:lnTo>
                <a:lnTo>
                  <a:pt x="449" y="1839"/>
                </a:lnTo>
                <a:lnTo>
                  <a:pt x="459" y="1845"/>
                </a:lnTo>
                <a:lnTo>
                  <a:pt x="470" y="1854"/>
                </a:lnTo>
                <a:lnTo>
                  <a:pt x="477" y="1861"/>
                </a:lnTo>
                <a:lnTo>
                  <a:pt x="481" y="1870"/>
                </a:lnTo>
                <a:lnTo>
                  <a:pt x="485" y="1879"/>
                </a:lnTo>
                <a:lnTo>
                  <a:pt x="487" y="1889"/>
                </a:lnTo>
                <a:lnTo>
                  <a:pt x="486" y="1898"/>
                </a:lnTo>
                <a:lnTo>
                  <a:pt x="484" y="1907"/>
                </a:lnTo>
                <a:lnTo>
                  <a:pt x="478" y="1916"/>
                </a:lnTo>
                <a:lnTo>
                  <a:pt x="470" y="1922"/>
                </a:lnTo>
                <a:lnTo>
                  <a:pt x="458" y="1927"/>
                </a:lnTo>
                <a:lnTo>
                  <a:pt x="447" y="1927"/>
                </a:lnTo>
                <a:lnTo>
                  <a:pt x="437" y="1925"/>
                </a:lnTo>
                <a:lnTo>
                  <a:pt x="428" y="1920"/>
                </a:lnTo>
                <a:lnTo>
                  <a:pt x="422" y="1911"/>
                </a:lnTo>
                <a:lnTo>
                  <a:pt x="416" y="1902"/>
                </a:lnTo>
                <a:lnTo>
                  <a:pt x="412" y="1892"/>
                </a:lnTo>
                <a:lnTo>
                  <a:pt x="410" y="1894"/>
                </a:lnTo>
                <a:lnTo>
                  <a:pt x="406" y="1899"/>
                </a:lnTo>
                <a:lnTo>
                  <a:pt x="401" y="1905"/>
                </a:lnTo>
                <a:lnTo>
                  <a:pt x="398" y="1912"/>
                </a:lnTo>
                <a:lnTo>
                  <a:pt x="396" y="1921"/>
                </a:lnTo>
                <a:lnTo>
                  <a:pt x="395" y="1930"/>
                </a:lnTo>
                <a:lnTo>
                  <a:pt x="398" y="1939"/>
                </a:lnTo>
                <a:lnTo>
                  <a:pt x="404" y="1949"/>
                </a:lnTo>
                <a:lnTo>
                  <a:pt x="415" y="1957"/>
                </a:lnTo>
                <a:lnTo>
                  <a:pt x="425" y="1961"/>
                </a:lnTo>
                <a:lnTo>
                  <a:pt x="439" y="1965"/>
                </a:lnTo>
                <a:lnTo>
                  <a:pt x="455" y="1967"/>
                </a:lnTo>
                <a:lnTo>
                  <a:pt x="471" y="1968"/>
                </a:lnTo>
                <a:lnTo>
                  <a:pt x="489" y="1968"/>
                </a:lnTo>
                <a:lnTo>
                  <a:pt x="508" y="1967"/>
                </a:lnTo>
                <a:lnTo>
                  <a:pt x="526" y="1964"/>
                </a:lnTo>
                <a:lnTo>
                  <a:pt x="544" y="1960"/>
                </a:lnTo>
                <a:lnTo>
                  <a:pt x="561" y="1954"/>
                </a:lnTo>
                <a:lnTo>
                  <a:pt x="575" y="1947"/>
                </a:lnTo>
                <a:lnTo>
                  <a:pt x="587" y="1938"/>
                </a:lnTo>
                <a:lnTo>
                  <a:pt x="596" y="1927"/>
                </a:lnTo>
                <a:lnTo>
                  <a:pt x="601" y="1914"/>
                </a:lnTo>
                <a:lnTo>
                  <a:pt x="602" y="1900"/>
                </a:lnTo>
                <a:lnTo>
                  <a:pt x="599" y="1895"/>
                </a:lnTo>
                <a:lnTo>
                  <a:pt x="592" y="1891"/>
                </a:lnTo>
                <a:lnTo>
                  <a:pt x="581" y="1886"/>
                </a:lnTo>
                <a:lnTo>
                  <a:pt x="568" y="1882"/>
                </a:lnTo>
                <a:lnTo>
                  <a:pt x="554" y="1877"/>
                </a:lnTo>
                <a:lnTo>
                  <a:pt x="538" y="1872"/>
                </a:lnTo>
                <a:lnTo>
                  <a:pt x="524" y="1867"/>
                </a:lnTo>
                <a:lnTo>
                  <a:pt x="511" y="1861"/>
                </a:lnTo>
                <a:lnTo>
                  <a:pt x="526" y="1851"/>
                </a:lnTo>
                <a:lnTo>
                  <a:pt x="536" y="1847"/>
                </a:lnTo>
                <a:lnTo>
                  <a:pt x="543" y="1842"/>
                </a:lnTo>
                <a:lnTo>
                  <a:pt x="550" y="1837"/>
                </a:lnTo>
                <a:lnTo>
                  <a:pt x="554" y="1831"/>
                </a:lnTo>
                <a:lnTo>
                  <a:pt x="553" y="1823"/>
                </a:lnTo>
                <a:lnTo>
                  <a:pt x="543" y="1806"/>
                </a:lnTo>
                <a:lnTo>
                  <a:pt x="530" y="1790"/>
                </a:lnTo>
                <a:lnTo>
                  <a:pt x="513" y="1776"/>
                </a:lnTo>
                <a:lnTo>
                  <a:pt x="495" y="1765"/>
                </a:lnTo>
                <a:lnTo>
                  <a:pt x="474" y="1757"/>
                </a:lnTo>
                <a:lnTo>
                  <a:pt x="452" y="1749"/>
                </a:lnTo>
                <a:lnTo>
                  <a:pt x="429" y="1744"/>
                </a:lnTo>
                <a:lnTo>
                  <a:pt x="406" y="1740"/>
                </a:lnTo>
                <a:lnTo>
                  <a:pt x="383" y="1739"/>
                </a:lnTo>
                <a:lnTo>
                  <a:pt x="362" y="1738"/>
                </a:lnTo>
                <a:close/>
                <a:moveTo>
                  <a:pt x="589" y="1671"/>
                </a:moveTo>
                <a:lnTo>
                  <a:pt x="583" y="1674"/>
                </a:lnTo>
                <a:lnTo>
                  <a:pt x="575" y="1680"/>
                </a:lnTo>
                <a:lnTo>
                  <a:pt x="565" y="1686"/>
                </a:lnTo>
                <a:lnTo>
                  <a:pt x="554" y="1694"/>
                </a:lnTo>
                <a:lnTo>
                  <a:pt x="543" y="1702"/>
                </a:lnTo>
                <a:lnTo>
                  <a:pt x="532" y="1710"/>
                </a:lnTo>
                <a:lnTo>
                  <a:pt x="521" y="1718"/>
                </a:lnTo>
                <a:lnTo>
                  <a:pt x="511" y="1724"/>
                </a:lnTo>
                <a:lnTo>
                  <a:pt x="513" y="1727"/>
                </a:lnTo>
                <a:lnTo>
                  <a:pt x="518" y="1733"/>
                </a:lnTo>
                <a:lnTo>
                  <a:pt x="523" y="1740"/>
                </a:lnTo>
                <a:lnTo>
                  <a:pt x="532" y="1747"/>
                </a:lnTo>
                <a:lnTo>
                  <a:pt x="542" y="1755"/>
                </a:lnTo>
                <a:lnTo>
                  <a:pt x="553" y="1762"/>
                </a:lnTo>
                <a:lnTo>
                  <a:pt x="565" y="1768"/>
                </a:lnTo>
                <a:lnTo>
                  <a:pt x="579" y="1772"/>
                </a:lnTo>
                <a:lnTo>
                  <a:pt x="595" y="1773"/>
                </a:lnTo>
                <a:lnTo>
                  <a:pt x="610" y="1770"/>
                </a:lnTo>
                <a:lnTo>
                  <a:pt x="627" y="1762"/>
                </a:lnTo>
                <a:lnTo>
                  <a:pt x="626" y="1760"/>
                </a:lnTo>
                <a:lnTo>
                  <a:pt x="621" y="1743"/>
                </a:lnTo>
                <a:lnTo>
                  <a:pt x="618" y="1731"/>
                </a:lnTo>
                <a:lnTo>
                  <a:pt x="614" y="1718"/>
                </a:lnTo>
                <a:lnTo>
                  <a:pt x="609" y="1705"/>
                </a:lnTo>
                <a:lnTo>
                  <a:pt x="606" y="1692"/>
                </a:lnTo>
                <a:lnTo>
                  <a:pt x="601" y="1682"/>
                </a:lnTo>
                <a:lnTo>
                  <a:pt x="597" y="1674"/>
                </a:lnTo>
                <a:lnTo>
                  <a:pt x="594" y="1671"/>
                </a:lnTo>
                <a:lnTo>
                  <a:pt x="589" y="1671"/>
                </a:lnTo>
                <a:close/>
                <a:moveTo>
                  <a:pt x="915" y="1643"/>
                </a:moveTo>
                <a:lnTo>
                  <a:pt x="907" y="1646"/>
                </a:lnTo>
                <a:lnTo>
                  <a:pt x="902" y="1651"/>
                </a:lnTo>
                <a:lnTo>
                  <a:pt x="898" y="1658"/>
                </a:lnTo>
                <a:lnTo>
                  <a:pt x="897" y="1665"/>
                </a:lnTo>
                <a:lnTo>
                  <a:pt x="898" y="1672"/>
                </a:lnTo>
                <a:lnTo>
                  <a:pt x="901" y="1676"/>
                </a:lnTo>
                <a:lnTo>
                  <a:pt x="906" y="1678"/>
                </a:lnTo>
                <a:lnTo>
                  <a:pt x="916" y="1680"/>
                </a:lnTo>
                <a:lnTo>
                  <a:pt x="929" y="1680"/>
                </a:lnTo>
                <a:lnTo>
                  <a:pt x="944" y="1682"/>
                </a:lnTo>
                <a:lnTo>
                  <a:pt x="960" y="1684"/>
                </a:lnTo>
                <a:lnTo>
                  <a:pt x="976" y="1685"/>
                </a:lnTo>
                <a:lnTo>
                  <a:pt x="990" y="1686"/>
                </a:lnTo>
                <a:lnTo>
                  <a:pt x="985" y="1679"/>
                </a:lnTo>
                <a:lnTo>
                  <a:pt x="981" y="1670"/>
                </a:lnTo>
                <a:lnTo>
                  <a:pt x="976" y="1663"/>
                </a:lnTo>
                <a:lnTo>
                  <a:pt x="970" y="1659"/>
                </a:lnTo>
                <a:lnTo>
                  <a:pt x="964" y="1657"/>
                </a:lnTo>
                <a:lnTo>
                  <a:pt x="956" y="1653"/>
                </a:lnTo>
                <a:lnTo>
                  <a:pt x="946" y="1649"/>
                </a:lnTo>
                <a:lnTo>
                  <a:pt x="935" y="1647"/>
                </a:lnTo>
                <a:lnTo>
                  <a:pt x="925" y="1644"/>
                </a:lnTo>
                <a:lnTo>
                  <a:pt x="915" y="1643"/>
                </a:lnTo>
                <a:close/>
                <a:moveTo>
                  <a:pt x="517" y="1641"/>
                </a:moveTo>
                <a:lnTo>
                  <a:pt x="508" y="1641"/>
                </a:lnTo>
                <a:lnTo>
                  <a:pt x="496" y="1641"/>
                </a:lnTo>
                <a:lnTo>
                  <a:pt x="479" y="1642"/>
                </a:lnTo>
                <a:lnTo>
                  <a:pt x="461" y="1643"/>
                </a:lnTo>
                <a:lnTo>
                  <a:pt x="441" y="1645"/>
                </a:lnTo>
                <a:lnTo>
                  <a:pt x="402" y="1647"/>
                </a:lnTo>
                <a:lnTo>
                  <a:pt x="385" y="1647"/>
                </a:lnTo>
                <a:lnTo>
                  <a:pt x="371" y="1648"/>
                </a:lnTo>
                <a:lnTo>
                  <a:pt x="383" y="1659"/>
                </a:lnTo>
                <a:lnTo>
                  <a:pt x="392" y="1667"/>
                </a:lnTo>
                <a:lnTo>
                  <a:pt x="403" y="1674"/>
                </a:lnTo>
                <a:lnTo>
                  <a:pt x="415" y="1684"/>
                </a:lnTo>
                <a:lnTo>
                  <a:pt x="427" y="1691"/>
                </a:lnTo>
                <a:lnTo>
                  <a:pt x="438" y="1699"/>
                </a:lnTo>
                <a:lnTo>
                  <a:pt x="449" y="1706"/>
                </a:lnTo>
                <a:lnTo>
                  <a:pt x="457" y="1710"/>
                </a:lnTo>
                <a:lnTo>
                  <a:pt x="466" y="1707"/>
                </a:lnTo>
                <a:lnTo>
                  <a:pt x="477" y="1704"/>
                </a:lnTo>
                <a:lnTo>
                  <a:pt x="488" y="1698"/>
                </a:lnTo>
                <a:lnTo>
                  <a:pt x="499" y="1689"/>
                </a:lnTo>
                <a:lnTo>
                  <a:pt x="506" y="1672"/>
                </a:lnTo>
                <a:lnTo>
                  <a:pt x="510" y="1663"/>
                </a:lnTo>
                <a:lnTo>
                  <a:pt x="514" y="1654"/>
                </a:lnTo>
                <a:lnTo>
                  <a:pt x="517" y="1647"/>
                </a:lnTo>
                <a:lnTo>
                  <a:pt x="519" y="1642"/>
                </a:lnTo>
                <a:lnTo>
                  <a:pt x="520" y="1641"/>
                </a:lnTo>
                <a:lnTo>
                  <a:pt x="517" y="1641"/>
                </a:lnTo>
                <a:close/>
                <a:moveTo>
                  <a:pt x="737" y="1636"/>
                </a:moveTo>
                <a:lnTo>
                  <a:pt x="718" y="1638"/>
                </a:lnTo>
                <a:lnTo>
                  <a:pt x="707" y="1642"/>
                </a:lnTo>
                <a:lnTo>
                  <a:pt x="696" y="1647"/>
                </a:lnTo>
                <a:lnTo>
                  <a:pt x="687" y="1655"/>
                </a:lnTo>
                <a:lnTo>
                  <a:pt x="679" y="1663"/>
                </a:lnTo>
                <a:lnTo>
                  <a:pt x="674" y="1673"/>
                </a:lnTo>
                <a:lnTo>
                  <a:pt x="671" y="1683"/>
                </a:lnTo>
                <a:lnTo>
                  <a:pt x="670" y="1694"/>
                </a:lnTo>
                <a:lnTo>
                  <a:pt x="674" y="1704"/>
                </a:lnTo>
                <a:lnTo>
                  <a:pt x="681" y="1714"/>
                </a:lnTo>
                <a:lnTo>
                  <a:pt x="693" y="1724"/>
                </a:lnTo>
                <a:lnTo>
                  <a:pt x="686" y="1713"/>
                </a:lnTo>
                <a:lnTo>
                  <a:pt x="683" y="1704"/>
                </a:lnTo>
                <a:lnTo>
                  <a:pt x="682" y="1696"/>
                </a:lnTo>
                <a:lnTo>
                  <a:pt x="684" y="1691"/>
                </a:lnTo>
                <a:lnTo>
                  <a:pt x="687" y="1686"/>
                </a:lnTo>
                <a:lnTo>
                  <a:pt x="691" y="1683"/>
                </a:lnTo>
                <a:lnTo>
                  <a:pt x="696" y="1680"/>
                </a:lnTo>
                <a:lnTo>
                  <a:pt x="706" y="1674"/>
                </a:lnTo>
                <a:lnTo>
                  <a:pt x="717" y="1673"/>
                </a:lnTo>
                <a:lnTo>
                  <a:pt x="729" y="1674"/>
                </a:lnTo>
                <a:lnTo>
                  <a:pt x="740" y="1675"/>
                </a:lnTo>
                <a:lnTo>
                  <a:pt x="749" y="1678"/>
                </a:lnTo>
                <a:lnTo>
                  <a:pt x="756" y="1680"/>
                </a:lnTo>
                <a:lnTo>
                  <a:pt x="763" y="1684"/>
                </a:lnTo>
                <a:lnTo>
                  <a:pt x="762" y="1699"/>
                </a:lnTo>
                <a:lnTo>
                  <a:pt x="762" y="1711"/>
                </a:lnTo>
                <a:lnTo>
                  <a:pt x="767" y="1721"/>
                </a:lnTo>
                <a:lnTo>
                  <a:pt x="773" y="1729"/>
                </a:lnTo>
                <a:lnTo>
                  <a:pt x="787" y="1743"/>
                </a:lnTo>
                <a:lnTo>
                  <a:pt x="796" y="1750"/>
                </a:lnTo>
                <a:lnTo>
                  <a:pt x="805" y="1757"/>
                </a:lnTo>
                <a:lnTo>
                  <a:pt x="812" y="1765"/>
                </a:lnTo>
                <a:lnTo>
                  <a:pt x="818" y="1774"/>
                </a:lnTo>
                <a:lnTo>
                  <a:pt x="823" y="1786"/>
                </a:lnTo>
                <a:lnTo>
                  <a:pt x="825" y="1801"/>
                </a:lnTo>
                <a:lnTo>
                  <a:pt x="833" y="1800"/>
                </a:lnTo>
                <a:lnTo>
                  <a:pt x="843" y="1798"/>
                </a:lnTo>
                <a:lnTo>
                  <a:pt x="854" y="1796"/>
                </a:lnTo>
                <a:lnTo>
                  <a:pt x="864" y="1793"/>
                </a:lnTo>
                <a:lnTo>
                  <a:pt x="873" y="1790"/>
                </a:lnTo>
                <a:lnTo>
                  <a:pt x="880" y="1784"/>
                </a:lnTo>
                <a:lnTo>
                  <a:pt x="883" y="1777"/>
                </a:lnTo>
                <a:lnTo>
                  <a:pt x="886" y="1764"/>
                </a:lnTo>
                <a:lnTo>
                  <a:pt x="887" y="1750"/>
                </a:lnTo>
                <a:lnTo>
                  <a:pt x="886" y="1735"/>
                </a:lnTo>
                <a:lnTo>
                  <a:pt x="882" y="1720"/>
                </a:lnTo>
                <a:lnTo>
                  <a:pt x="876" y="1711"/>
                </a:lnTo>
                <a:lnTo>
                  <a:pt x="867" y="1701"/>
                </a:lnTo>
                <a:lnTo>
                  <a:pt x="856" y="1690"/>
                </a:lnTo>
                <a:lnTo>
                  <a:pt x="843" y="1680"/>
                </a:lnTo>
                <a:lnTo>
                  <a:pt x="831" y="1670"/>
                </a:lnTo>
                <a:lnTo>
                  <a:pt x="818" y="1662"/>
                </a:lnTo>
                <a:lnTo>
                  <a:pt x="808" y="1656"/>
                </a:lnTo>
                <a:lnTo>
                  <a:pt x="793" y="1648"/>
                </a:lnTo>
                <a:lnTo>
                  <a:pt x="775" y="1641"/>
                </a:lnTo>
                <a:lnTo>
                  <a:pt x="756" y="1637"/>
                </a:lnTo>
                <a:lnTo>
                  <a:pt x="737" y="1636"/>
                </a:lnTo>
                <a:close/>
                <a:moveTo>
                  <a:pt x="289" y="1557"/>
                </a:moveTo>
                <a:lnTo>
                  <a:pt x="338" y="1625"/>
                </a:lnTo>
                <a:lnTo>
                  <a:pt x="366" y="1622"/>
                </a:lnTo>
                <a:lnTo>
                  <a:pt x="389" y="1617"/>
                </a:lnTo>
                <a:lnTo>
                  <a:pt x="411" y="1610"/>
                </a:lnTo>
                <a:lnTo>
                  <a:pt x="429" y="1600"/>
                </a:lnTo>
                <a:lnTo>
                  <a:pt x="445" y="1587"/>
                </a:lnTo>
                <a:lnTo>
                  <a:pt x="289" y="1557"/>
                </a:lnTo>
                <a:close/>
                <a:moveTo>
                  <a:pt x="247" y="1427"/>
                </a:moveTo>
                <a:lnTo>
                  <a:pt x="272" y="1511"/>
                </a:lnTo>
                <a:lnTo>
                  <a:pt x="363" y="1511"/>
                </a:lnTo>
                <a:lnTo>
                  <a:pt x="363" y="1496"/>
                </a:lnTo>
                <a:lnTo>
                  <a:pt x="247" y="1427"/>
                </a:lnTo>
                <a:close/>
                <a:moveTo>
                  <a:pt x="826" y="1425"/>
                </a:moveTo>
                <a:lnTo>
                  <a:pt x="816" y="1426"/>
                </a:lnTo>
                <a:lnTo>
                  <a:pt x="805" y="1427"/>
                </a:lnTo>
                <a:lnTo>
                  <a:pt x="783" y="1433"/>
                </a:lnTo>
                <a:lnTo>
                  <a:pt x="773" y="1437"/>
                </a:lnTo>
                <a:lnTo>
                  <a:pt x="763" y="1442"/>
                </a:lnTo>
                <a:lnTo>
                  <a:pt x="755" y="1449"/>
                </a:lnTo>
                <a:lnTo>
                  <a:pt x="748" y="1457"/>
                </a:lnTo>
                <a:lnTo>
                  <a:pt x="743" y="1468"/>
                </a:lnTo>
                <a:lnTo>
                  <a:pt x="741" y="1481"/>
                </a:lnTo>
                <a:lnTo>
                  <a:pt x="742" y="1496"/>
                </a:lnTo>
                <a:lnTo>
                  <a:pt x="747" y="1507"/>
                </a:lnTo>
                <a:lnTo>
                  <a:pt x="753" y="1515"/>
                </a:lnTo>
                <a:lnTo>
                  <a:pt x="762" y="1521"/>
                </a:lnTo>
                <a:lnTo>
                  <a:pt x="771" y="1524"/>
                </a:lnTo>
                <a:lnTo>
                  <a:pt x="781" y="1526"/>
                </a:lnTo>
                <a:lnTo>
                  <a:pt x="790" y="1526"/>
                </a:lnTo>
                <a:lnTo>
                  <a:pt x="800" y="1526"/>
                </a:lnTo>
                <a:lnTo>
                  <a:pt x="799" y="1525"/>
                </a:lnTo>
                <a:lnTo>
                  <a:pt x="796" y="1521"/>
                </a:lnTo>
                <a:lnTo>
                  <a:pt x="794" y="1515"/>
                </a:lnTo>
                <a:lnTo>
                  <a:pt x="793" y="1507"/>
                </a:lnTo>
                <a:lnTo>
                  <a:pt x="794" y="1498"/>
                </a:lnTo>
                <a:lnTo>
                  <a:pt x="800" y="1488"/>
                </a:lnTo>
                <a:lnTo>
                  <a:pt x="808" y="1481"/>
                </a:lnTo>
                <a:lnTo>
                  <a:pt x="817" y="1476"/>
                </a:lnTo>
                <a:lnTo>
                  <a:pt x="827" y="1473"/>
                </a:lnTo>
                <a:lnTo>
                  <a:pt x="838" y="1473"/>
                </a:lnTo>
                <a:lnTo>
                  <a:pt x="849" y="1477"/>
                </a:lnTo>
                <a:lnTo>
                  <a:pt x="858" y="1482"/>
                </a:lnTo>
                <a:lnTo>
                  <a:pt x="866" y="1493"/>
                </a:lnTo>
                <a:lnTo>
                  <a:pt x="873" y="1510"/>
                </a:lnTo>
                <a:lnTo>
                  <a:pt x="875" y="1527"/>
                </a:lnTo>
                <a:lnTo>
                  <a:pt x="871" y="1543"/>
                </a:lnTo>
                <a:lnTo>
                  <a:pt x="864" y="1558"/>
                </a:lnTo>
                <a:lnTo>
                  <a:pt x="852" y="1571"/>
                </a:lnTo>
                <a:lnTo>
                  <a:pt x="837" y="1581"/>
                </a:lnTo>
                <a:lnTo>
                  <a:pt x="819" y="1589"/>
                </a:lnTo>
                <a:lnTo>
                  <a:pt x="801" y="1594"/>
                </a:lnTo>
                <a:lnTo>
                  <a:pt x="781" y="1596"/>
                </a:lnTo>
                <a:lnTo>
                  <a:pt x="762" y="1593"/>
                </a:lnTo>
                <a:lnTo>
                  <a:pt x="742" y="1587"/>
                </a:lnTo>
                <a:lnTo>
                  <a:pt x="729" y="1581"/>
                </a:lnTo>
                <a:lnTo>
                  <a:pt x="720" y="1575"/>
                </a:lnTo>
                <a:lnTo>
                  <a:pt x="707" y="1562"/>
                </a:lnTo>
                <a:lnTo>
                  <a:pt x="701" y="1553"/>
                </a:lnTo>
                <a:lnTo>
                  <a:pt x="693" y="1542"/>
                </a:lnTo>
                <a:lnTo>
                  <a:pt x="685" y="1527"/>
                </a:lnTo>
                <a:lnTo>
                  <a:pt x="680" y="1515"/>
                </a:lnTo>
                <a:lnTo>
                  <a:pt x="679" y="1503"/>
                </a:lnTo>
                <a:lnTo>
                  <a:pt x="681" y="1492"/>
                </a:lnTo>
                <a:lnTo>
                  <a:pt x="692" y="1459"/>
                </a:lnTo>
                <a:lnTo>
                  <a:pt x="694" y="1447"/>
                </a:lnTo>
                <a:lnTo>
                  <a:pt x="693" y="1435"/>
                </a:lnTo>
                <a:lnTo>
                  <a:pt x="668" y="1445"/>
                </a:lnTo>
                <a:lnTo>
                  <a:pt x="643" y="1456"/>
                </a:lnTo>
                <a:lnTo>
                  <a:pt x="619" y="1467"/>
                </a:lnTo>
                <a:lnTo>
                  <a:pt x="595" y="1477"/>
                </a:lnTo>
                <a:lnTo>
                  <a:pt x="567" y="1487"/>
                </a:lnTo>
                <a:lnTo>
                  <a:pt x="536" y="1496"/>
                </a:lnTo>
                <a:lnTo>
                  <a:pt x="571" y="1521"/>
                </a:lnTo>
                <a:lnTo>
                  <a:pt x="606" y="1544"/>
                </a:lnTo>
                <a:lnTo>
                  <a:pt x="641" y="1564"/>
                </a:lnTo>
                <a:lnTo>
                  <a:pt x="679" y="1582"/>
                </a:lnTo>
                <a:lnTo>
                  <a:pt x="718" y="1597"/>
                </a:lnTo>
                <a:lnTo>
                  <a:pt x="759" y="1608"/>
                </a:lnTo>
                <a:lnTo>
                  <a:pt x="803" y="1617"/>
                </a:lnTo>
                <a:lnTo>
                  <a:pt x="849" y="1623"/>
                </a:lnTo>
                <a:lnTo>
                  <a:pt x="899" y="1625"/>
                </a:lnTo>
                <a:lnTo>
                  <a:pt x="899" y="1587"/>
                </a:lnTo>
                <a:lnTo>
                  <a:pt x="906" y="1587"/>
                </a:lnTo>
                <a:lnTo>
                  <a:pt x="915" y="1589"/>
                </a:lnTo>
                <a:lnTo>
                  <a:pt x="924" y="1591"/>
                </a:lnTo>
                <a:lnTo>
                  <a:pt x="933" y="1593"/>
                </a:lnTo>
                <a:lnTo>
                  <a:pt x="941" y="1594"/>
                </a:lnTo>
                <a:lnTo>
                  <a:pt x="948" y="1594"/>
                </a:lnTo>
                <a:lnTo>
                  <a:pt x="956" y="1592"/>
                </a:lnTo>
                <a:lnTo>
                  <a:pt x="961" y="1587"/>
                </a:lnTo>
                <a:lnTo>
                  <a:pt x="965" y="1580"/>
                </a:lnTo>
                <a:lnTo>
                  <a:pt x="967" y="1568"/>
                </a:lnTo>
                <a:lnTo>
                  <a:pt x="967" y="1553"/>
                </a:lnTo>
                <a:lnTo>
                  <a:pt x="965" y="1537"/>
                </a:lnTo>
                <a:lnTo>
                  <a:pt x="962" y="1521"/>
                </a:lnTo>
                <a:lnTo>
                  <a:pt x="957" y="1503"/>
                </a:lnTo>
                <a:lnTo>
                  <a:pt x="950" y="1487"/>
                </a:lnTo>
                <a:lnTo>
                  <a:pt x="943" y="1471"/>
                </a:lnTo>
                <a:lnTo>
                  <a:pt x="934" y="1459"/>
                </a:lnTo>
                <a:lnTo>
                  <a:pt x="924" y="1450"/>
                </a:lnTo>
                <a:lnTo>
                  <a:pt x="913" y="1444"/>
                </a:lnTo>
                <a:lnTo>
                  <a:pt x="898" y="1438"/>
                </a:lnTo>
                <a:lnTo>
                  <a:pt x="882" y="1432"/>
                </a:lnTo>
                <a:lnTo>
                  <a:pt x="863" y="1427"/>
                </a:lnTo>
                <a:lnTo>
                  <a:pt x="844" y="1425"/>
                </a:lnTo>
                <a:lnTo>
                  <a:pt x="826" y="1425"/>
                </a:lnTo>
                <a:close/>
                <a:moveTo>
                  <a:pt x="454" y="1374"/>
                </a:moveTo>
                <a:lnTo>
                  <a:pt x="495" y="1466"/>
                </a:lnTo>
                <a:lnTo>
                  <a:pt x="619" y="1389"/>
                </a:lnTo>
                <a:lnTo>
                  <a:pt x="619" y="1382"/>
                </a:lnTo>
                <a:lnTo>
                  <a:pt x="454" y="1374"/>
                </a:lnTo>
                <a:close/>
                <a:moveTo>
                  <a:pt x="734" y="1260"/>
                </a:moveTo>
                <a:lnTo>
                  <a:pt x="747" y="1280"/>
                </a:lnTo>
                <a:lnTo>
                  <a:pt x="763" y="1297"/>
                </a:lnTo>
                <a:lnTo>
                  <a:pt x="781" y="1312"/>
                </a:lnTo>
                <a:lnTo>
                  <a:pt x="801" y="1326"/>
                </a:lnTo>
                <a:lnTo>
                  <a:pt x="822" y="1339"/>
                </a:lnTo>
                <a:lnTo>
                  <a:pt x="866" y="1361"/>
                </a:lnTo>
                <a:lnTo>
                  <a:pt x="889" y="1371"/>
                </a:lnTo>
                <a:lnTo>
                  <a:pt x="911" y="1382"/>
                </a:lnTo>
                <a:lnTo>
                  <a:pt x="932" y="1394"/>
                </a:lnTo>
                <a:lnTo>
                  <a:pt x="953" y="1407"/>
                </a:lnTo>
                <a:lnTo>
                  <a:pt x="971" y="1422"/>
                </a:lnTo>
                <a:lnTo>
                  <a:pt x="989" y="1439"/>
                </a:lnTo>
                <a:lnTo>
                  <a:pt x="1002" y="1459"/>
                </a:lnTo>
                <a:lnTo>
                  <a:pt x="1014" y="1481"/>
                </a:lnTo>
                <a:lnTo>
                  <a:pt x="1023" y="1481"/>
                </a:lnTo>
                <a:lnTo>
                  <a:pt x="1031" y="1260"/>
                </a:lnTo>
                <a:lnTo>
                  <a:pt x="989" y="1268"/>
                </a:lnTo>
                <a:lnTo>
                  <a:pt x="948" y="1271"/>
                </a:lnTo>
                <a:lnTo>
                  <a:pt x="908" y="1272"/>
                </a:lnTo>
                <a:lnTo>
                  <a:pt x="868" y="1270"/>
                </a:lnTo>
                <a:lnTo>
                  <a:pt x="826" y="1267"/>
                </a:lnTo>
                <a:lnTo>
                  <a:pt x="782" y="1263"/>
                </a:lnTo>
                <a:lnTo>
                  <a:pt x="734" y="1260"/>
                </a:lnTo>
                <a:close/>
                <a:moveTo>
                  <a:pt x="429" y="1245"/>
                </a:moveTo>
                <a:lnTo>
                  <a:pt x="437" y="1351"/>
                </a:lnTo>
                <a:lnTo>
                  <a:pt x="553" y="1306"/>
                </a:lnTo>
                <a:lnTo>
                  <a:pt x="429" y="1245"/>
                </a:lnTo>
                <a:close/>
                <a:moveTo>
                  <a:pt x="223" y="1245"/>
                </a:moveTo>
                <a:lnTo>
                  <a:pt x="247" y="1405"/>
                </a:lnTo>
                <a:lnTo>
                  <a:pt x="355" y="1435"/>
                </a:lnTo>
                <a:lnTo>
                  <a:pt x="338" y="1420"/>
                </a:lnTo>
                <a:lnTo>
                  <a:pt x="223" y="1245"/>
                </a:lnTo>
                <a:close/>
                <a:moveTo>
                  <a:pt x="1014" y="1176"/>
                </a:moveTo>
                <a:lnTo>
                  <a:pt x="998" y="1191"/>
                </a:lnTo>
                <a:lnTo>
                  <a:pt x="980" y="1201"/>
                </a:lnTo>
                <a:lnTo>
                  <a:pt x="959" y="1208"/>
                </a:lnTo>
                <a:lnTo>
                  <a:pt x="937" y="1213"/>
                </a:lnTo>
                <a:lnTo>
                  <a:pt x="915" y="1215"/>
                </a:lnTo>
                <a:lnTo>
                  <a:pt x="891" y="1216"/>
                </a:lnTo>
                <a:lnTo>
                  <a:pt x="866" y="1217"/>
                </a:lnTo>
                <a:lnTo>
                  <a:pt x="814" y="1217"/>
                </a:lnTo>
                <a:lnTo>
                  <a:pt x="786" y="1218"/>
                </a:lnTo>
                <a:lnTo>
                  <a:pt x="759" y="1222"/>
                </a:lnTo>
                <a:lnTo>
                  <a:pt x="762" y="1223"/>
                </a:lnTo>
                <a:lnTo>
                  <a:pt x="768" y="1224"/>
                </a:lnTo>
                <a:lnTo>
                  <a:pt x="779" y="1226"/>
                </a:lnTo>
                <a:lnTo>
                  <a:pt x="793" y="1229"/>
                </a:lnTo>
                <a:lnTo>
                  <a:pt x="809" y="1231"/>
                </a:lnTo>
                <a:lnTo>
                  <a:pt x="828" y="1234"/>
                </a:lnTo>
                <a:lnTo>
                  <a:pt x="849" y="1235"/>
                </a:lnTo>
                <a:lnTo>
                  <a:pt x="871" y="1237"/>
                </a:lnTo>
                <a:lnTo>
                  <a:pt x="893" y="1237"/>
                </a:lnTo>
                <a:lnTo>
                  <a:pt x="915" y="1235"/>
                </a:lnTo>
                <a:lnTo>
                  <a:pt x="938" y="1233"/>
                </a:lnTo>
                <a:lnTo>
                  <a:pt x="959" y="1228"/>
                </a:lnTo>
                <a:lnTo>
                  <a:pt x="979" y="1221"/>
                </a:lnTo>
                <a:lnTo>
                  <a:pt x="996" y="1212"/>
                </a:lnTo>
                <a:lnTo>
                  <a:pt x="1011" y="1199"/>
                </a:lnTo>
                <a:lnTo>
                  <a:pt x="1023" y="1184"/>
                </a:lnTo>
                <a:lnTo>
                  <a:pt x="1014" y="1176"/>
                </a:lnTo>
                <a:close/>
                <a:moveTo>
                  <a:pt x="429" y="1077"/>
                </a:moveTo>
                <a:lnTo>
                  <a:pt x="421" y="1207"/>
                </a:lnTo>
                <a:lnTo>
                  <a:pt x="437" y="1207"/>
                </a:lnTo>
                <a:lnTo>
                  <a:pt x="528" y="1229"/>
                </a:lnTo>
                <a:lnTo>
                  <a:pt x="429" y="1077"/>
                </a:lnTo>
                <a:close/>
                <a:moveTo>
                  <a:pt x="775" y="1039"/>
                </a:moveTo>
                <a:lnTo>
                  <a:pt x="784" y="1061"/>
                </a:lnTo>
                <a:lnTo>
                  <a:pt x="794" y="1081"/>
                </a:lnTo>
                <a:lnTo>
                  <a:pt x="803" y="1100"/>
                </a:lnTo>
                <a:lnTo>
                  <a:pt x="812" y="1117"/>
                </a:lnTo>
                <a:lnTo>
                  <a:pt x="822" y="1131"/>
                </a:lnTo>
                <a:lnTo>
                  <a:pt x="833" y="1143"/>
                </a:lnTo>
                <a:lnTo>
                  <a:pt x="846" y="1153"/>
                </a:lnTo>
                <a:lnTo>
                  <a:pt x="860" y="1162"/>
                </a:lnTo>
                <a:lnTo>
                  <a:pt x="875" y="1167"/>
                </a:lnTo>
                <a:lnTo>
                  <a:pt x="893" y="1169"/>
                </a:lnTo>
                <a:lnTo>
                  <a:pt x="913" y="1169"/>
                </a:lnTo>
                <a:lnTo>
                  <a:pt x="936" y="1167"/>
                </a:lnTo>
                <a:lnTo>
                  <a:pt x="961" y="1162"/>
                </a:lnTo>
                <a:lnTo>
                  <a:pt x="990" y="1153"/>
                </a:lnTo>
                <a:lnTo>
                  <a:pt x="969" y="1142"/>
                </a:lnTo>
                <a:lnTo>
                  <a:pt x="946" y="1130"/>
                </a:lnTo>
                <a:lnTo>
                  <a:pt x="922" y="1117"/>
                </a:lnTo>
                <a:lnTo>
                  <a:pt x="874" y="1088"/>
                </a:lnTo>
                <a:lnTo>
                  <a:pt x="851" y="1075"/>
                </a:lnTo>
                <a:lnTo>
                  <a:pt x="829" y="1063"/>
                </a:lnTo>
                <a:lnTo>
                  <a:pt x="809" y="1052"/>
                </a:lnTo>
                <a:lnTo>
                  <a:pt x="791" y="1044"/>
                </a:lnTo>
                <a:lnTo>
                  <a:pt x="775" y="1039"/>
                </a:lnTo>
                <a:close/>
                <a:moveTo>
                  <a:pt x="676" y="1039"/>
                </a:moveTo>
                <a:lnTo>
                  <a:pt x="693" y="1199"/>
                </a:lnTo>
                <a:lnTo>
                  <a:pt x="792" y="1176"/>
                </a:lnTo>
                <a:lnTo>
                  <a:pt x="784" y="1161"/>
                </a:lnTo>
                <a:lnTo>
                  <a:pt x="776" y="1144"/>
                </a:lnTo>
                <a:lnTo>
                  <a:pt x="768" y="1126"/>
                </a:lnTo>
                <a:lnTo>
                  <a:pt x="760" y="1108"/>
                </a:lnTo>
                <a:lnTo>
                  <a:pt x="751" y="1091"/>
                </a:lnTo>
                <a:lnTo>
                  <a:pt x="742" y="1075"/>
                </a:lnTo>
                <a:lnTo>
                  <a:pt x="734" y="1061"/>
                </a:lnTo>
                <a:lnTo>
                  <a:pt x="726" y="1052"/>
                </a:lnTo>
                <a:lnTo>
                  <a:pt x="718" y="1047"/>
                </a:lnTo>
                <a:lnTo>
                  <a:pt x="706" y="1043"/>
                </a:lnTo>
                <a:lnTo>
                  <a:pt x="696" y="1042"/>
                </a:lnTo>
                <a:lnTo>
                  <a:pt x="684" y="1040"/>
                </a:lnTo>
                <a:lnTo>
                  <a:pt x="676" y="1039"/>
                </a:lnTo>
                <a:close/>
                <a:moveTo>
                  <a:pt x="324" y="1024"/>
                </a:moveTo>
                <a:lnTo>
                  <a:pt x="313" y="1025"/>
                </a:lnTo>
                <a:lnTo>
                  <a:pt x="302" y="1026"/>
                </a:lnTo>
                <a:lnTo>
                  <a:pt x="289" y="1029"/>
                </a:lnTo>
                <a:lnTo>
                  <a:pt x="277" y="1032"/>
                </a:lnTo>
                <a:lnTo>
                  <a:pt x="264" y="1037"/>
                </a:lnTo>
                <a:lnTo>
                  <a:pt x="253" y="1044"/>
                </a:lnTo>
                <a:lnTo>
                  <a:pt x="243" y="1054"/>
                </a:lnTo>
                <a:lnTo>
                  <a:pt x="236" y="1064"/>
                </a:lnTo>
                <a:lnTo>
                  <a:pt x="231" y="1077"/>
                </a:lnTo>
                <a:lnTo>
                  <a:pt x="228" y="1101"/>
                </a:lnTo>
                <a:lnTo>
                  <a:pt x="230" y="1126"/>
                </a:lnTo>
                <a:lnTo>
                  <a:pt x="235" y="1154"/>
                </a:lnTo>
                <a:lnTo>
                  <a:pt x="243" y="1182"/>
                </a:lnTo>
                <a:lnTo>
                  <a:pt x="254" y="1210"/>
                </a:lnTo>
                <a:lnTo>
                  <a:pt x="267" y="1238"/>
                </a:lnTo>
                <a:lnTo>
                  <a:pt x="282" y="1266"/>
                </a:lnTo>
                <a:lnTo>
                  <a:pt x="300" y="1292"/>
                </a:lnTo>
                <a:lnTo>
                  <a:pt x="318" y="1317"/>
                </a:lnTo>
                <a:lnTo>
                  <a:pt x="338" y="1339"/>
                </a:lnTo>
                <a:lnTo>
                  <a:pt x="358" y="1358"/>
                </a:lnTo>
                <a:lnTo>
                  <a:pt x="379" y="1374"/>
                </a:lnTo>
                <a:lnTo>
                  <a:pt x="371" y="1100"/>
                </a:lnTo>
                <a:lnTo>
                  <a:pt x="359" y="1099"/>
                </a:lnTo>
                <a:lnTo>
                  <a:pt x="334" y="1098"/>
                </a:lnTo>
                <a:lnTo>
                  <a:pt x="323" y="1095"/>
                </a:lnTo>
                <a:lnTo>
                  <a:pt x="313" y="1092"/>
                </a:lnTo>
                <a:lnTo>
                  <a:pt x="305" y="1085"/>
                </a:lnTo>
                <a:lnTo>
                  <a:pt x="303" y="1078"/>
                </a:lnTo>
                <a:lnTo>
                  <a:pt x="305" y="1070"/>
                </a:lnTo>
                <a:lnTo>
                  <a:pt x="310" y="1061"/>
                </a:lnTo>
                <a:lnTo>
                  <a:pt x="317" y="1052"/>
                </a:lnTo>
                <a:lnTo>
                  <a:pt x="325" y="1043"/>
                </a:lnTo>
                <a:lnTo>
                  <a:pt x="333" y="1033"/>
                </a:lnTo>
                <a:lnTo>
                  <a:pt x="338" y="1024"/>
                </a:lnTo>
                <a:lnTo>
                  <a:pt x="324" y="1024"/>
                </a:lnTo>
                <a:close/>
                <a:moveTo>
                  <a:pt x="891" y="917"/>
                </a:moveTo>
                <a:lnTo>
                  <a:pt x="893" y="938"/>
                </a:lnTo>
                <a:lnTo>
                  <a:pt x="895" y="960"/>
                </a:lnTo>
                <a:lnTo>
                  <a:pt x="895" y="984"/>
                </a:lnTo>
                <a:lnTo>
                  <a:pt x="896" y="1007"/>
                </a:lnTo>
                <a:lnTo>
                  <a:pt x="898" y="1030"/>
                </a:lnTo>
                <a:lnTo>
                  <a:pt x="901" y="1052"/>
                </a:lnTo>
                <a:lnTo>
                  <a:pt x="906" y="1073"/>
                </a:lnTo>
                <a:lnTo>
                  <a:pt x="915" y="1092"/>
                </a:lnTo>
                <a:lnTo>
                  <a:pt x="981" y="1108"/>
                </a:lnTo>
                <a:lnTo>
                  <a:pt x="976" y="1090"/>
                </a:lnTo>
                <a:lnTo>
                  <a:pt x="971" y="1071"/>
                </a:lnTo>
                <a:lnTo>
                  <a:pt x="969" y="1054"/>
                </a:lnTo>
                <a:lnTo>
                  <a:pt x="966" y="1035"/>
                </a:lnTo>
                <a:lnTo>
                  <a:pt x="964" y="1018"/>
                </a:lnTo>
                <a:lnTo>
                  <a:pt x="960" y="1001"/>
                </a:lnTo>
                <a:lnTo>
                  <a:pt x="957" y="985"/>
                </a:lnTo>
                <a:lnTo>
                  <a:pt x="952" y="970"/>
                </a:lnTo>
                <a:lnTo>
                  <a:pt x="946" y="956"/>
                </a:lnTo>
                <a:lnTo>
                  <a:pt x="937" y="944"/>
                </a:lnTo>
                <a:lnTo>
                  <a:pt x="925" y="933"/>
                </a:lnTo>
                <a:lnTo>
                  <a:pt x="909" y="924"/>
                </a:lnTo>
                <a:lnTo>
                  <a:pt x="891" y="917"/>
                </a:lnTo>
                <a:close/>
                <a:moveTo>
                  <a:pt x="495" y="864"/>
                </a:moveTo>
                <a:lnTo>
                  <a:pt x="445" y="1024"/>
                </a:lnTo>
                <a:lnTo>
                  <a:pt x="459" y="1037"/>
                </a:lnTo>
                <a:lnTo>
                  <a:pt x="471" y="1052"/>
                </a:lnTo>
                <a:lnTo>
                  <a:pt x="482" y="1066"/>
                </a:lnTo>
                <a:lnTo>
                  <a:pt x="504" y="1097"/>
                </a:lnTo>
                <a:lnTo>
                  <a:pt x="515" y="1111"/>
                </a:lnTo>
                <a:lnTo>
                  <a:pt x="528" y="1125"/>
                </a:lnTo>
                <a:lnTo>
                  <a:pt x="543" y="1136"/>
                </a:lnTo>
                <a:lnTo>
                  <a:pt x="561" y="1146"/>
                </a:lnTo>
                <a:lnTo>
                  <a:pt x="561" y="1138"/>
                </a:lnTo>
                <a:lnTo>
                  <a:pt x="495" y="864"/>
                </a:lnTo>
                <a:close/>
                <a:moveTo>
                  <a:pt x="971" y="749"/>
                </a:moveTo>
                <a:lnTo>
                  <a:pt x="959" y="751"/>
                </a:lnTo>
                <a:lnTo>
                  <a:pt x="946" y="755"/>
                </a:lnTo>
                <a:lnTo>
                  <a:pt x="934" y="762"/>
                </a:lnTo>
                <a:lnTo>
                  <a:pt x="924" y="773"/>
                </a:lnTo>
                <a:lnTo>
                  <a:pt x="920" y="780"/>
                </a:lnTo>
                <a:lnTo>
                  <a:pt x="917" y="792"/>
                </a:lnTo>
                <a:lnTo>
                  <a:pt x="916" y="806"/>
                </a:lnTo>
                <a:lnTo>
                  <a:pt x="915" y="820"/>
                </a:lnTo>
                <a:lnTo>
                  <a:pt x="915" y="849"/>
                </a:lnTo>
                <a:lnTo>
                  <a:pt x="932" y="856"/>
                </a:lnTo>
                <a:lnTo>
                  <a:pt x="942" y="847"/>
                </a:lnTo>
                <a:lnTo>
                  <a:pt x="951" y="837"/>
                </a:lnTo>
                <a:lnTo>
                  <a:pt x="960" y="828"/>
                </a:lnTo>
                <a:lnTo>
                  <a:pt x="969" y="822"/>
                </a:lnTo>
                <a:lnTo>
                  <a:pt x="977" y="817"/>
                </a:lnTo>
                <a:lnTo>
                  <a:pt x="984" y="817"/>
                </a:lnTo>
                <a:lnTo>
                  <a:pt x="991" y="822"/>
                </a:lnTo>
                <a:lnTo>
                  <a:pt x="995" y="828"/>
                </a:lnTo>
                <a:lnTo>
                  <a:pt x="996" y="838"/>
                </a:lnTo>
                <a:lnTo>
                  <a:pt x="995" y="850"/>
                </a:lnTo>
                <a:lnTo>
                  <a:pt x="992" y="862"/>
                </a:lnTo>
                <a:lnTo>
                  <a:pt x="989" y="877"/>
                </a:lnTo>
                <a:lnTo>
                  <a:pt x="983" y="891"/>
                </a:lnTo>
                <a:lnTo>
                  <a:pt x="979" y="905"/>
                </a:lnTo>
                <a:lnTo>
                  <a:pt x="973" y="917"/>
                </a:lnTo>
                <a:lnTo>
                  <a:pt x="977" y="918"/>
                </a:lnTo>
                <a:lnTo>
                  <a:pt x="982" y="919"/>
                </a:lnTo>
                <a:lnTo>
                  <a:pt x="988" y="919"/>
                </a:lnTo>
                <a:lnTo>
                  <a:pt x="994" y="917"/>
                </a:lnTo>
                <a:lnTo>
                  <a:pt x="1002" y="914"/>
                </a:lnTo>
                <a:lnTo>
                  <a:pt x="1012" y="908"/>
                </a:lnTo>
                <a:lnTo>
                  <a:pt x="1023" y="898"/>
                </a:lnTo>
                <a:lnTo>
                  <a:pt x="1026" y="891"/>
                </a:lnTo>
                <a:lnTo>
                  <a:pt x="1029" y="881"/>
                </a:lnTo>
                <a:lnTo>
                  <a:pt x="1032" y="867"/>
                </a:lnTo>
                <a:lnTo>
                  <a:pt x="1034" y="852"/>
                </a:lnTo>
                <a:lnTo>
                  <a:pt x="1035" y="836"/>
                </a:lnTo>
                <a:lnTo>
                  <a:pt x="1036" y="820"/>
                </a:lnTo>
                <a:lnTo>
                  <a:pt x="1036" y="805"/>
                </a:lnTo>
                <a:lnTo>
                  <a:pt x="1035" y="790"/>
                </a:lnTo>
                <a:lnTo>
                  <a:pt x="1034" y="780"/>
                </a:lnTo>
                <a:lnTo>
                  <a:pt x="1031" y="773"/>
                </a:lnTo>
                <a:lnTo>
                  <a:pt x="1025" y="767"/>
                </a:lnTo>
                <a:lnTo>
                  <a:pt x="1018" y="761"/>
                </a:lnTo>
                <a:lnTo>
                  <a:pt x="1008" y="756"/>
                </a:lnTo>
                <a:lnTo>
                  <a:pt x="997" y="752"/>
                </a:lnTo>
                <a:lnTo>
                  <a:pt x="984" y="750"/>
                </a:lnTo>
                <a:lnTo>
                  <a:pt x="971" y="749"/>
                </a:lnTo>
                <a:close/>
                <a:moveTo>
                  <a:pt x="585" y="724"/>
                </a:moveTo>
                <a:lnTo>
                  <a:pt x="569" y="727"/>
                </a:lnTo>
                <a:lnTo>
                  <a:pt x="558" y="734"/>
                </a:lnTo>
                <a:lnTo>
                  <a:pt x="550" y="745"/>
                </a:lnTo>
                <a:lnTo>
                  <a:pt x="544" y="757"/>
                </a:lnTo>
                <a:lnTo>
                  <a:pt x="543" y="777"/>
                </a:lnTo>
                <a:lnTo>
                  <a:pt x="543" y="801"/>
                </a:lnTo>
                <a:lnTo>
                  <a:pt x="544" y="827"/>
                </a:lnTo>
                <a:lnTo>
                  <a:pt x="547" y="855"/>
                </a:lnTo>
                <a:lnTo>
                  <a:pt x="558" y="916"/>
                </a:lnTo>
                <a:lnTo>
                  <a:pt x="565" y="946"/>
                </a:lnTo>
                <a:lnTo>
                  <a:pt x="572" y="977"/>
                </a:lnTo>
                <a:lnTo>
                  <a:pt x="578" y="1005"/>
                </a:lnTo>
                <a:lnTo>
                  <a:pt x="586" y="1032"/>
                </a:lnTo>
                <a:lnTo>
                  <a:pt x="602" y="1032"/>
                </a:lnTo>
                <a:lnTo>
                  <a:pt x="604" y="993"/>
                </a:lnTo>
                <a:lnTo>
                  <a:pt x="609" y="958"/>
                </a:lnTo>
                <a:lnTo>
                  <a:pt x="617" y="923"/>
                </a:lnTo>
                <a:lnTo>
                  <a:pt x="627" y="892"/>
                </a:lnTo>
                <a:lnTo>
                  <a:pt x="639" y="861"/>
                </a:lnTo>
                <a:lnTo>
                  <a:pt x="652" y="834"/>
                </a:lnTo>
                <a:lnTo>
                  <a:pt x="640" y="828"/>
                </a:lnTo>
                <a:lnTo>
                  <a:pt x="628" y="823"/>
                </a:lnTo>
                <a:lnTo>
                  <a:pt x="602" y="812"/>
                </a:lnTo>
                <a:lnTo>
                  <a:pt x="592" y="808"/>
                </a:lnTo>
                <a:lnTo>
                  <a:pt x="584" y="804"/>
                </a:lnTo>
                <a:lnTo>
                  <a:pt x="580" y="801"/>
                </a:lnTo>
                <a:lnTo>
                  <a:pt x="576" y="793"/>
                </a:lnTo>
                <a:lnTo>
                  <a:pt x="574" y="784"/>
                </a:lnTo>
                <a:lnTo>
                  <a:pt x="575" y="773"/>
                </a:lnTo>
                <a:lnTo>
                  <a:pt x="579" y="764"/>
                </a:lnTo>
                <a:lnTo>
                  <a:pt x="586" y="756"/>
                </a:lnTo>
                <a:lnTo>
                  <a:pt x="595" y="751"/>
                </a:lnTo>
                <a:lnTo>
                  <a:pt x="605" y="750"/>
                </a:lnTo>
                <a:lnTo>
                  <a:pt x="616" y="751"/>
                </a:lnTo>
                <a:lnTo>
                  <a:pt x="626" y="752"/>
                </a:lnTo>
                <a:lnTo>
                  <a:pt x="635" y="755"/>
                </a:lnTo>
                <a:lnTo>
                  <a:pt x="643" y="757"/>
                </a:lnTo>
                <a:lnTo>
                  <a:pt x="642" y="756"/>
                </a:lnTo>
                <a:lnTo>
                  <a:pt x="640" y="751"/>
                </a:lnTo>
                <a:lnTo>
                  <a:pt x="635" y="746"/>
                </a:lnTo>
                <a:lnTo>
                  <a:pt x="629" y="739"/>
                </a:lnTo>
                <a:lnTo>
                  <a:pt x="620" y="732"/>
                </a:lnTo>
                <a:lnTo>
                  <a:pt x="610" y="727"/>
                </a:lnTo>
                <a:lnTo>
                  <a:pt x="598" y="724"/>
                </a:lnTo>
                <a:lnTo>
                  <a:pt x="585" y="724"/>
                </a:lnTo>
                <a:close/>
                <a:moveTo>
                  <a:pt x="792" y="666"/>
                </a:moveTo>
                <a:lnTo>
                  <a:pt x="783" y="694"/>
                </a:lnTo>
                <a:lnTo>
                  <a:pt x="770" y="723"/>
                </a:lnTo>
                <a:lnTo>
                  <a:pt x="756" y="752"/>
                </a:lnTo>
                <a:lnTo>
                  <a:pt x="741" y="783"/>
                </a:lnTo>
                <a:lnTo>
                  <a:pt x="726" y="814"/>
                </a:lnTo>
                <a:lnTo>
                  <a:pt x="712" y="845"/>
                </a:lnTo>
                <a:lnTo>
                  <a:pt x="699" y="878"/>
                </a:lnTo>
                <a:lnTo>
                  <a:pt x="690" y="909"/>
                </a:lnTo>
                <a:lnTo>
                  <a:pt x="684" y="940"/>
                </a:lnTo>
                <a:lnTo>
                  <a:pt x="681" y="971"/>
                </a:lnTo>
                <a:lnTo>
                  <a:pt x="685" y="1001"/>
                </a:lnTo>
                <a:lnTo>
                  <a:pt x="716" y="998"/>
                </a:lnTo>
                <a:lnTo>
                  <a:pt x="745" y="998"/>
                </a:lnTo>
                <a:lnTo>
                  <a:pt x="772" y="999"/>
                </a:lnTo>
                <a:lnTo>
                  <a:pt x="798" y="1004"/>
                </a:lnTo>
                <a:lnTo>
                  <a:pt x="824" y="1010"/>
                </a:lnTo>
                <a:lnTo>
                  <a:pt x="849" y="1016"/>
                </a:lnTo>
                <a:lnTo>
                  <a:pt x="850" y="1011"/>
                </a:lnTo>
                <a:lnTo>
                  <a:pt x="851" y="1003"/>
                </a:lnTo>
                <a:lnTo>
                  <a:pt x="850" y="992"/>
                </a:lnTo>
                <a:lnTo>
                  <a:pt x="849" y="978"/>
                </a:lnTo>
                <a:lnTo>
                  <a:pt x="846" y="962"/>
                </a:lnTo>
                <a:lnTo>
                  <a:pt x="840" y="945"/>
                </a:lnTo>
                <a:lnTo>
                  <a:pt x="832" y="927"/>
                </a:lnTo>
                <a:lnTo>
                  <a:pt x="820" y="908"/>
                </a:lnTo>
                <a:lnTo>
                  <a:pt x="805" y="888"/>
                </a:lnTo>
                <a:lnTo>
                  <a:pt x="784" y="868"/>
                </a:lnTo>
                <a:lnTo>
                  <a:pt x="759" y="849"/>
                </a:lnTo>
                <a:lnTo>
                  <a:pt x="874" y="856"/>
                </a:lnTo>
                <a:lnTo>
                  <a:pt x="871" y="831"/>
                </a:lnTo>
                <a:lnTo>
                  <a:pt x="874" y="806"/>
                </a:lnTo>
                <a:lnTo>
                  <a:pt x="882" y="783"/>
                </a:lnTo>
                <a:lnTo>
                  <a:pt x="893" y="761"/>
                </a:lnTo>
                <a:lnTo>
                  <a:pt x="907" y="741"/>
                </a:lnTo>
                <a:lnTo>
                  <a:pt x="926" y="725"/>
                </a:lnTo>
                <a:lnTo>
                  <a:pt x="946" y="713"/>
                </a:lnTo>
                <a:lnTo>
                  <a:pt x="967" y="704"/>
                </a:lnTo>
                <a:lnTo>
                  <a:pt x="927" y="702"/>
                </a:lnTo>
                <a:lnTo>
                  <a:pt x="890" y="696"/>
                </a:lnTo>
                <a:lnTo>
                  <a:pt x="855" y="687"/>
                </a:lnTo>
                <a:lnTo>
                  <a:pt x="823" y="677"/>
                </a:lnTo>
                <a:lnTo>
                  <a:pt x="792" y="666"/>
                </a:lnTo>
                <a:close/>
                <a:moveTo>
                  <a:pt x="825" y="559"/>
                </a:moveTo>
                <a:lnTo>
                  <a:pt x="808" y="643"/>
                </a:lnTo>
                <a:lnTo>
                  <a:pt x="834" y="638"/>
                </a:lnTo>
                <a:lnTo>
                  <a:pt x="861" y="637"/>
                </a:lnTo>
                <a:lnTo>
                  <a:pt x="888" y="638"/>
                </a:lnTo>
                <a:lnTo>
                  <a:pt x="915" y="642"/>
                </a:lnTo>
                <a:lnTo>
                  <a:pt x="941" y="646"/>
                </a:lnTo>
                <a:lnTo>
                  <a:pt x="965" y="651"/>
                </a:lnTo>
                <a:lnTo>
                  <a:pt x="825" y="559"/>
                </a:lnTo>
                <a:close/>
                <a:moveTo>
                  <a:pt x="849" y="438"/>
                </a:moveTo>
                <a:lnTo>
                  <a:pt x="841" y="530"/>
                </a:lnTo>
                <a:lnTo>
                  <a:pt x="965" y="567"/>
                </a:lnTo>
                <a:lnTo>
                  <a:pt x="849" y="438"/>
                </a:lnTo>
                <a:close/>
                <a:moveTo>
                  <a:pt x="1050" y="0"/>
                </a:moveTo>
                <a:lnTo>
                  <a:pt x="1050" y="14"/>
                </a:lnTo>
                <a:lnTo>
                  <a:pt x="1051" y="29"/>
                </a:lnTo>
                <a:lnTo>
                  <a:pt x="1051" y="257"/>
                </a:lnTo>
                <a:lnTo>
                  <a:pt x="1052" y="302"/>
                </a:lnTo>
                <a:lnTo>
                  <a:pt x="1052" y="933"/>
                </a:lnTo>
                <a:lnTo>
                  <a:pt x="1051" y="933"/>
                </a:lnTo>
                <a:lnTo>
                  <a:pt x="1050" y="932"/>
                </a:lnTo>
                <a:lnTo>
                  <a:pt x="1048" y="931"/>
                </a:lnTo>
                <a:lnTo>
                  <a:pt x="1041" y="931"/>
                </a:lnTo>
                <a:lnTo>
                  <a:pt x="1039" y="933"/>
                </a:lnTo>
                <a:lnTo>
                  <a:pt x="1036" y="936"/>
                </a:lnTo>
                <a:lnTo>
                  <a:pt x="1021" y="965"/>
                </a:lnTo>
                <a:lnTo>
                  <a:pt x="1014" y="978"/>
                </a:lnTo>
                <a:lnTo>
                  <a:pt x="1008" y="993"/>
                </a:lnTo>
                <a:lnTo>
                  <a:pt x="1003" y="1009"/>
                </a:lnTo>
                <a:lnTo>
                  <a:pt x="1000" y="1025"/>
                </a:lnTo>
                <a:lnTo>
                  <a:pt x="997" y="1040"/>
                </a:lnTo>
                <a:lnTo>
                  <a:pt x="998" y="1054"/>
                </a:lnTo>
                <a:lnTo>
                  <a:pt x="1002" y="1070"/>
                </a:lnTo>
                <a:lnTo>
                  <a:pt x="1006" y="1081"/>
                </a:lnTo>
                <a:lnTo>
                  <a:pt x="1012" y="1091"/>
                </a:lnTo>
                <a:lnTo>
                  <a:pt x="1019" y="1096"/>
                </a:lnTo>
                <a:lnTo>
                  <a:pt x="1026" y="1099"/>
                </a:lnTo>
                <a:lnTo>
                  <a:pt x="1035" y="1101"/>
                </a:lnTo>
                <a:lnTo>
                  <a:pt x="1044" y="1101"/>
                </a:lnTo>
                <a:lnTo>
                  <a:pt x="1052" y="1099"/>
                </a:lnTo>
                <a:lnTo>
                  <a:pt x="1052" y="1610"/>
                </a:lnTo>
                <a:lnTo>
                  <a:pt x="932" y="1610"/>
                </a:lnTo>
                <a:lnTo>
                  <a:pt x="932" y="1633"/>
                </a:lnTo>
                <a:lnTo>
                  <a:pt x="1052" y="1633"/>
                </a:lnTo>
                <a:lnTo>
                  <a:pt x="1052" y="1671"/>
                </a:lnTo>
                <a:lnTo>
                  <a:pt x="1031" y="1671"/>
                </a:lnTo>
                <a:lnTo>
                  <a:pt x="1027" y="1682"/>
                </a:lnTo>
                <a:lnTo>
                  <a:pt x="1025" y="1693"/>
                </a:lnTo>
                <a:lnTo>
                  <a:pt x="1021" y="1705"/>
                </a:lnTo>
                <a:lnTo>
                  <a:pt x="1014" y="1717"/>
                </a:lnTo>
                <a:lnTo>
                  <a:pt x="1008" y="1722"/>
                </a:lnTo>
                <a:lnTo>
                  <a:pt x="998" y="1726"/>
                </a:lnTo>
                <a:lnTo>
                  <a:pt x="985" y="1730"/>
                </a:lnTo>
                <a:lnTo>
                  <a:pt x="941" y="1740"/>
                </a:lnTo>
                <a:lnTo>
                  <a:pt x="929" y="1745"/>
                </a:lnTo>
                <a:lnTo>
                  <a:pt x="920" y="1749"/>
                </a:lnTo>
                <a:lnTo>
                  <a:pt x="915" y="1755"/>
                </a:lnTo>
                <a:lnTo>
                  <a:pt x="914" y="1768"/>
                </a:lnTo>
                <a:lnTo>
                  <a:pt x="915" y="1778"/>
                </a:lnTo>
                <a:lnTo>
                  <a:pt x="921" y="1787"/>
                </a:lnTo>
                <a:lnTo>
                  <a:pt x="928" y="1794"/>
                </a:lnTo>
                <a:lnTo>
                  <a:pt x="937" y="1799"/>
                </a:lnTo>
                <a:lnTo>
                  <a:pt x="948" y="1801"/>
                </a:lnTo>
                <a:lnTo>
                  <a:pt x="963" y="1804"/>
                </a:lnTo>
                <a:lnTo>
                  <a:pt x="982" y="1806"/>
                </a:lnTo>
                <a:lnTo>
                  <a:pt x="1004" y="1810"/>
                </a:lnTo>
                <a:lnTo>
                  <a:pt x="1028" y="1812"/>
                </a:lnTo>
                <a:lnTo>
                  <a:pt x="1052" y="1812"/>
                </a:lnTo>
                <a:lnTo>
                  <a:pt x="1052" y="1988"/>
                </a:lnTo>
                <a:lnTo>
                  <a:pt x="1044" y="1988"/>
                </a:lnTo>
                <a:lnTo>
                  <a:pt x="1036" y="1990"/>
                </a:lnTo>
                <a:lnTo>
                  <a:pt x="1030" y="1993"/>
                </a:lnTo>
                <a:lnTo>
                  <a:pt x="1027" y="1998"/>
                </a:lnTo>
                <a:lnTo>
                  <a:pt x="1026" y="2005"/>
                </a:lnTo>
                <a:lnTo>
                  <a:pt x="1026" y="2014"/>
                </a:lnTo>
                <a:lnTo>
                  <a:pt x="1028" y="2021"/>
                </a:lnTo>
                <a:lnTo>
                  <a:pt x="1032" y="2026"/>
                </a:lnTo>
                <a:lnTo>
                  <a:pt x="1039" y="2029"/>
                </a:lnTo>
                <a:lnTo>
                  <a:pt x="1046" y="2030"/>
                </a:lnTo>
                <a:lnTo>
                  <a:pt x="1052" y="2030"/>
                </a:lnTo>
                <a:lnTo>
                  <a:pt x="1052" y="2039"/>
                </a:lnTo>
                <a:lnTo>
                  <a:pt x="1034" y="2037"/>
                </a:lnTo>
                <a:lnTo>
                  <a:pt x="1023" y="2037"/>
                </a:lnTo>
                <a:lnTo>
                  <a:pt x="1018" y="2037"/>
                </a:lnTo>
                <a:lnTo>
                  <a:pt x="1013" y="2037"/>
                </a:lnTo>
                <a:lnTo>
                  <a:pt x="1005" y="2038"/>
                </a:lnTo>
                <a:lnTo>
                  <a:pt x="997" y="2041"/>
                </a:lnTo>
                <a:lnTo>
                  <a:pt x="990" y="2044"/>
                </a:lnTo>
                <a:lnTo>
                  <a:pt x="982" y="2050"/>
                </a:lnTo>
                <a:lnTo>
                  <a:pt x="976" y="2057"/>
                </a:lnTo>
                <a:lnTo>
                  <a:pt x="970" y="2066"/>
                </a:lnTo>
                <a:lnTo>
                  <a:pt x="967" y="2078"/>
                </a:lnTo>
                <a:lnTo>
                  <a:pt x="965" y="2092"/>
                </a:lnTo>
                <a:lnTo>
                  <a:pt x="967" y="2108"/>
                </a:lnTo>
                <a:lnTo>
                  <a:pt x="971" y="2123"/>
                </a:lnTo>
                <a:lnTo>
                  <a:pt x="980" y="2135"/>
                </a:lnTo>
                <a:lnTo>
                  <a:pt x="989" y="2145"/>
                </a:lnTo>
                <a:lnTo>
                  <a:pt x="1001" y="2154"/>
                </a:lnTo>
                <a:lnTo>
                  <a:pt x="1013" y="2163"/>
                </a:lnTo>
                <a:lnTo>
                  <a:pt x="1025" y="2171"/>
                </a:lnTo>
                <a:lnTo>
                  <a:pt x="1039" y="2179"/>
                </a:lnTo>
                <a:lnTo>
                  <a:pt x="1052" y="2187"/>
                </a:lnTo>
                <a:lnTo>
                  <a:pt x="1052" y="2787"/>
                </a:lnTo>
                <a:lnTo>
                  <a:pt x="1018" y="2786"/>
                </a:lnTo>
                <a:lnTo>
                  <a:pt x="982" y="2783"/>
                </a:lnTo>
                <a:lnTo>
                  <a:pt x="945" y="2777"/>
                </a:lnTo>
                <a:lnTo>
                  <a:pt x="907" y="2768"/>
                </a:lnTo>
                <a:lnTo>
                  <a:pt x="734" y="2699"/>
                </a:lnTo>
                <a:lnTo>
                  <a:pt x="701" y="2684"/>
                </a:lnTo>
                <a:lnTo>
                  <a:pt x="665" y="2668"/>
                </a:lnTo>
                <a:lnTo>
                  <a:pt x="630" y="2650"/>
                </a:lnTo>
                <a:lnTo>
                  <a:pt x="592" y="2630"/>
                </a:lnTo>
                <a:lnTo>
                  <a:pt x="554" y="2609"/>
                </a:lnTo>
                <a:lnTo>
                  <a:pt x="517" y="2586"/>
                </a:lnTo>
                <a:lnTo>
                  <a:pt x="479" y="2562"/>
                </a:lnTo>
                <a:lnTo>
                  <a:pt x="442" y="2537"/>
                </a:lnTo>
                <a:lnTo>
                  <a:pt x="406" y="2509"/>
                </a:lnTo>
                <a:lnTo>
                  <a:pt x="372" y="2481"/>
                </a:lnTo>
                <a:lnTo>
                  <a:pt x="340" y="2450"/>
                </a:lnTo>
                <a:lnTo>
                  <a:pt x="310" y="2418"/>
                </a:lnTo>
                <a:lnTo>
                  <a:pt x="282" y="2385"/>
                </a:lnTo>
                <a:lnTo>
                  <a:pt x="258" y="2350"/>
                </a:lnTo>
                <a:lnTo>
                  <a:pt x="237" y="2315"/>
                </a:lnTo>
                <a:lnTo>
                  <a:pt x="220" y="2277"/>
                </a:lnTo>
                <a:lnTo>
                  <a:pt x="207" y="2238"/>
                </a:lnTo>
                <a:lnTo>
                  <a:pt x="199" y="2197"/>
                </a:lnTo>
                <a:lnTo>
                  <a:pt x="196" y="2156"/>
                </a:lnTo>
                <a:lnTo>
                  <a:pt x="198" y="2113"/>
                </a:lnTo>
                <a:lnTo>
                  <a:pt x="180" y="2112"/>
                </a:lnTo>
                <a:lnTo>
                  <a:pt x="165" y="2110"/>
                </a:lnTo>
                <a:lnTo>
                  <a:pt x="153" y="2108"/>
                </a:lnTo>
                <a:lnTo>
                  <a:pt x="143" y="2103"/>
                </a:lnTo>
                <a:lnTo>
                  <a:pt x="132" y="2097"/>
                </a:lnTo>
                <a:lnTo>
                  <a:pt x="149" y="2075"/>
                </a:lnTo>
                <a:lnTo>
                  <a:pt x="198" y="2044"/>
                </a:lnTo>
                <a:lnTo>
                  <a:pt x="116" y="2037"/>
                </a:lnTo>
                <a:lnTo>
                  <a:pt x="124" y="2021"/>
                </a:lnTo>
                <a:lnTo>
                  <a:pt x="198" y="1998"/>
                </a:lnTo>
                <a:lnTo>
                  <a:pt x="124" y="1930"/>
                </a:lnTo>
                <a:lnTo>
                  <a:pt x="124" y="1922"/>
                </a:lnTo>
                <a:lnTo>
                  <a:pt x="297" y="1953"/>
                </a:lnTo>
                <a:lnTo>
                  <a:pt x="281" y="1934"/>
                </a:lnTo>
                <a:lnTo>
                  <a:pt x="267" y="1916"/>
                </a:lnTo>
                <a:lnTo>
                  <a:pt x="253" y="1899"/>
                </a:lnTo>
                <a:lnTo>
                  <a:pt x="242" y="1882"/>
                </a:lnTo>
                <a:lnTo>
                  <a:pt x="232" y="1864"/>
                </a:lnTo>
                <a:lnTo>
                  <a:pt x="225" y="1845"/>
                </a:lnTo>
                <a:lnTo>
                  <a:pt x="220" y="1827"/>
                </a:lnTo>
                <a:lnTo>
                  <a:pt x="217" y="1806"/>
                </a:lnTo>
                <a:lnTo>
                  <a:pt x="218" y="1784"/>
                </a:lnTo>
                <a:lnTo>
                  <a:pt x="223" y="1759"/>
                </a:lnTo>
                <a:lnTo>
                  <a:pt x="231" y="1732"/>
                </a:lnTo>
                <a:lnTo>
                  <a:pt x="223" y="1732"/>
                </a:lnTo>
                <a:lnTo>
                  <a:pt x="204" y="1736"/>
                </a:lnTo>
                <a:lnTo>
                  <a:pt x="183" y="1739"/>
                </a:lnTo>
                <a:lnTo>
                  <a:pt x="160" y="1741"/>
                </a:lnTo>
                <a:lnTo>
                  <a:pt x="137" y="1741"/>
                </a:lnTo>
                <a:lnTo>
                  <a:pt x="112" y="1740"/>
                </a:lnTo>
                <a:lnTo>
                  <a:pt x="89" y="1739"/>
                </a:lnTo>
                <a:lnTo>
                  <a:pt x="67" y="1735"/>
                </a:lnTo>
                <a:lnTo>
                  <a:pt x="49" y="1730"/>
                </a:lnTo>
                <a:lnTo>
                  <a:pt x="33" y="1724"/>
                </a:lnTo>
                <a:lnTo>
                  <a:pt x="41" y="1709"/>
                </a:lnTo>
                <a:lnTo>
                  <a:pt x="132" y="1671"/>
                </a:lnTo>
                <a:lnTo>
                  <a:pt x="108" y="1659"/>
                </a:lnTo>
                <a:lnTo>
                  <a:pt x="85" y="1649"/>
                </a:lnTo>
                <a:lnTo>
                  <a:pt x="64" y="1638"/>
                </a:lnTo>
                <a:lnTo>
                  <a:pt x="44" y="1627"/>
                </a:lnTo>
                <a:lnTo>
                  <a:pt x="26" y="1613"/>
                </a:lnTo>
                <a:lnTo>
                  <a:pt x="8" y="1595"/>
                </a:lnTo>
                <a:lnTo>
                  <a:pt x="124" y="1603"/>
                </a:lnTo>
                <a:lnTo>
                  <a:pt x="111" y="1585"/>
                </a:lnTo>
                <a:lnTo>
                  <a:pt x="83" y="1554"/>
                </a:lnTo>
                <a:lnTo>
                  <a:pt x="45" y="1511"/>
                </a:lnTo>
                <a:lnTo>
                  <a:pt x="34" y="1495"/>
                </a:lnTo>
                <a:lnTo>
                  <a:pt x="24" y="1478"/>
                </a:lnTo>
                <a:lnTo>
                  <a:pt x="16" y="1459"/>
                </a:lnTo>
                <a:lnTo>
                  <a:pt x="8" y="1436"/>
                </a:lnTo>
                <a:lnTo>
                  <a:pt x="3" y="1411"/>
                </a:lnTo>
                <a:lnTo>
                  <a:pt x="0" y="1382"/>
                </a:lnTo>
                <a:lnTo>
                  <a:pt x="1" y="1383"/>
                </a:lnTo>
                <a:lnTo>
                  <a:pt x="4" y="1389"/>
                </a:lnTo>
                <a:lnTo>
                  <a:pt x="8" y="1398"/>
                </a:lnTo>
                <a:lnTo>
                  <a:pt x="16" y="1409"/>
                </a:lnTo>
                <a:lnTo>
                  <a:pt x="27" y="1421"/>
                </a:lnTo>
                <a:lnTo>
                  <a:pt x="40" y="1433"/>
                </a:lnTo>
                <a:lnTo>
                  <a:pt x="60" y="1446"/>
                </a:lnTo>
                <a:lnTo>
                  <a:pt x="83" y="1458"/>
                </a:lnTo>
                <a:lnTo>
                  <a:pt x="75" y="1438"/>
                </a:lnTo>
                <a:lnTo>
                  <a:pt x="66" y="1416"/>
                </a:lnTo>
                <a:lnTo>
                  <a:pt x="56" y="1391"/>
                </a:lnTo>
                <a:lnTo>
                  <a:pt x="45" y="1366"/>
                </a:lnTo>
                <a:lnTo>
                  <a:pt x="35" y="1339"/>
                </a:lnTo>
                <a:lnTo>
                  <a:pt x="27" y="1311"/>
                </a:lnTo>
                <a:lnTo>
                  <a:pt x="19" y="1283"/>
                </a:lnTo>
                <a:lnTo>
                  <a:pt x="16" y="1255"/>
                </a:lnTo>
                <a:lnTo>
                  <a:pt x="14" y="1228"/>
                </a:lnTo>
                <a:lnTo>
                  <a:pt x="17" y="1202"/>
                </a:lnTo>
                <a:lnTo>
                  <a:pt x="25" y="1176"/>
                </a:lnTo>
                <a:lnTo>
                  <a:pt x="29" y="1196"/>
                </a:lnTo>
                <a:lnTo>
                  <a:pt x="36" y="1215"/>
                </a:lnTo>
                <a:lnTo>
                  <a:pt x="43" y="1236"/>
                </a:lnTo>
                <a:lnTo>
                  <a:pt x="52" y="1257"/>
                </a:lnTo>
                <a:lnTo>
                  <a:pt x="62" y="1277"/>
                </a:lnTo>
                <a:lnTo>
                  <a:pt x="73" y="1297"/>
                </a:lnTo>
                <a:lnTo>
                  <a:pt x="83" y="1317"/>
                </a:lnTo>
                <a:lnTo>
                  <a:pt x="94" y="1334"/>
                </a:lnTo>
                <a:lnTo>
                  <a:pt x="105" y="1351"/>
                </a:lnTo>
                <a:lnTo>
                  <a:pt x="115" y="1367"/>
                </a:lnTo>
                <a:lnTo>
                  <a:pt x="123" y="1379"/>
                </a:lnTo>
                <a:lnTo>
                  <a:pt x="130" y="1390"/>
                </a:lnTo>
                <a:lnTo>
                  <a:pt x="139" y="1403"/>
                </a:lnTo>
                <a:lnTo>
                  <a:pt x="140" y="1405"/>
                </a:lnTo>
                <a:lnTo>
                  <a:pt x="127" y="1334"/>
                </a:lnTo>
                <a:lnTo>
                  <a:pt x="118" y="1261"/>
                </a:lnTo>
                <a:lnTo>
                  <a:pt x="111" y="1186"/>
                </a:lnTo>
                <a:lnTo>
                  <a:pt x="108" y="1111"/>
                </a:lnTo>
                <a:lnTo>
                  <a:pt x="108" y="1035"/>
                </a:lnTo>
                <a:lnTo>
                  <a:pt x="112" y="960"/>
                </a:lnTo>
                <a:lnTo>
                  <a:pt x="120" y="884"/>
                </a:lnTo>
                <a:lnTo>
                  <a:pt x="132" y="811"/>
                </a:lnTo>
                <a:lnTo>
                  <a:pt x="140" y="811"/>
                </a:lnTo>
                <a:lnTo>
                  <a:pt x="138" y="883"/>
                </a:lnTo>
                <a:lnTo>
                  <a:pt x="138" y="955"/>
                </a:lnTo>
                <a:lnTo>
                  <a:pt x="138" y="1026"/>
                </a:lnTo>
                <a:lnTo>
                  <a:pt x="141" y="1098"/>
                </a:lnTo>
                <a:lnTo>
                  <a:pt x="148" y="1168"/>
                </a:lnTo>
                <a:lnTo>
                  <a:pt x="157" y="1237"/>
                </a:lnTo>
                <a:lnTo>
                  <a:pt x="157" y="1235"/>
                </a:lnTo>
                <a:lnTo>
                  <a:pt x="159" y="1226"/>
                </a:lnTo>
                <a:lnTo>
                  <a:pt x="160" y="1213"/>
                </a:lnTo>
                <a:lnTo>
                  <a:pt x="162" y="1195"/>
                </a:lnTo>
                <a:lnTo>
                  <a:pt x="166" y="1173"/>
                </a:lnTo>
                <a:lnTo>
                  <a:pt x="170" y="1147"/>
                </a:lnTo>
                <a:lnTo>
                  <a:pt x="174" y="1117"/>
                </a:lnTo>
                <a:lnTo>
                  <a:pt x="179" y="1084"/>
                </a:lnTo>
                <a:lnTo>
                  <a:pt x="185" y="1049"/>
                </a:lnTo>
                <a:lnTo>
                  <a:pt x="192" y="1011"/>
                </a:lnTo>
                <a:lnTo>
                  <a:pt x="199" y="972"/>
                </a:lnTo>
                <a:lnTo>
                  <a:pt x="206" y="932"/>
                </a:lnTo>
                <a:lnTo>
                  <a:pt x="214" y="889"/>
                </a:lnTo>
                <a:lnTo>
                  <a:pt x="224" y="847"/>
                </a:lnTo>
                <a:lnTo>
                  <a:pt x="244" y="761"/>
                </a:lnTo>
                <a:lnTo>
                  <a:pt x="255" y="718"/>
                </a:lnTo>
                <a:lnTo>
                  <a:pt x="266" y="677"/>
                </a:lnTo>
                <a:lnTo>
                  <a:pt x="278" y="637"/>
                </a:lnTo>
                <a:lnTo>
                  <a:pt x="291" y="599"/>
                </a:lnTo>
                <a:lnTo>
                  <a:pt x="304" y="563"/>
                </a:lnTo>
                <a:lnTo>
                  <a:pt x="318" y="529"/>
                </a:lnTo>
                <a:lnTo>
                  <a:pt x="333" y="498"/>
                </a:lnTo>
                <a:lnTo>
                  <a:pt x="347" y="470"/>
                </a:lnTo>
                <a:lnTo>
                  <a:pt x="363" y="446"/>
                </a:lnTo>
                <a:lnTo>
                  <a:pt x="352" y="497"/>
                </a:lnTo>
                <a:lnTo>
                  <a:pt x="341" y="544"/>
                </a:lnTo>
                <a:lnTo>
                  <a:pt x="329" y="589"/>
                </a:lnTo>
                <a:lnTo>
                  <a:pt x="318" y="632"/>
                </a:lnTo>
                <a:lnTo>
                  <a:pt x="307" y="675"/>
                </a:lnTo>
                <a:lnTo>
                  <a:pt x="295" y="717"/>
                </a:lnTo>
                <a:lnTo>
                  <a:pt x="285" y="760"/>
                </a:lnTo>
                <a:lnTo>
                  <a:pt x="275" y="805"/>
                </a:lnTo>
                <a:lnTo>
                  <a:pt x="265" y="852"/>
                </a:lnTo>
                <a:lnTo>
                  <a:pt x="256" y="903"/>
                </a:lnTo>
                <a:lnTo>
                  <a:pt x="247" y="957"/>
                </a:lnTo>
                <a:lnTo>
                  <a:pt x="239" y="1016"/>
                </a:lnTo>
                <a:lnTo>
                  <a:pt x="247" y="1014"/>
                </a:lnTo>
                <a:lnTo>
                  <a:pt x="260" y="1010"/>
                </a:lnTo>
                <a:lnTo>
                  <a:pt x="277" y="1006"/>
                </a:lnTo>
                <a:lnTo>
                  <a:pt x="295" y="1003"/>
                </a:lnTo>
                <a:lnTo>
                  <a:pt x="334" y="994"/>
                </a:lnTo>
                <a:lnTo>
                  <a:pt x="352" y="990"/>
                </a:lnTo>
                <a:lnTo>
                  <a:pt x="369" y="987"/>
                </a:lnTo>
                <a:lnTo>
                  <a:pt x="382" y="983"/>
                </a:lnTo>
                <a:lnTo>
                  <a:pt x="391" y="981"/>
                </a:lnTo>
                <a:lnTo>
                  <a:pt x="396" y="978"/>
                </a:lnTo>
                <a:lnTo>
                  <a:pt x="420" y="939"/>
                </a:lnTo>
                <a:lnTo>
                  <a:pt x="444" y="895"/>
                </a:lnTo>
                <a:lnTo>
                  <a:pt x="468" y="849"/>
                </a:lnTo>
                <a:lnTo>
                  <a:pt x="493" y="799"/>
                </a:lnTo>
                <a:lnTo>
                  <a:pt x="518" y="747"/>
                </a:lnTo>
                <a:lnTo>
                  <a:pt x="543" y="694"/>
                </a:lnTo>
                <a:lnTo>
                  <a:pt x="588" y="587"/>
                </a:lnTo>
                <a:lnTo>
                  <a:pt x="608" y="535"/>
                </a:lnTo>
                <a:lnTo>
                  <a:pt x="628" y="485"/>
                </a:lnTo>
                <a:lnTo>
                  <a:pt x="645" y="438"/>
                </a:lnTo>
                <a:lnTo>
                  <a:pt x="660" y="393"/>
                </a:lnTo>
                <a:lnTo>
                  <a:pt x="653" y="427"/>
                </a:lnTo>
                <a:lnTo>
                  <a:pt x="648" y="458"/>
                </a:lnTo>
                <a:lnTo>
                  <a:pt x="643" y="484"/>
                </a:lnTo>
                <a:lnTo>
                  <a:pt x="638" y="507"/>
                </a:lnTo>
                <a:lnTo>
                  <a:pt x="633" y="526"/>
                </a:lnTo>
                <a:lnTo>
                  <a:pt x="630" y="545"/>
                </a:lnTo>
                <a:lnTo>
                  <a:pt x="625" y="562"/>
                </a:lnTo>
                <a:lnTo>
                  <a:pt x="616" y="594"/>
                </a:lnTo>
                <a:lnTo>
                  <a:pt x="611" y="611"/>
                </a:lnTo>
                <a:lnTo>
                  <a:pt x="606" y="630"/>
                </a:lnTo>
                <a:lnTo>
                  <a:pt x="594" y="674"/>
                </a:lnTo>
                <a:lnTo>
                  <a:pt x="616" y="675"/>
                </a:lnTo>
                <a:lnTo>
                  <a:pt x="634" y="678"/>
                </a:lnTo>
                <a:lnTo>
                  <a:pt x="650" y="682"/>
                </a:lnTo>
                <a:lnTo>
                  <a:pt x="663" y="688"/>
                </a:lnTo>
                <a:lnTo>
                  <a:pt x="674" y="695"/>
                </a:lnTo>
                <a:lnTo>
                  <a:pt x="685" y="702"/>
                </a:lnTo>
                <a:lnTo>
                  <a:pt x="696" y="710"/>
                </a:lnTo>
                <a:lnTo>
                  <a:pt x="709" y="719"/>
                </a:lnTo>
                <a:lnTo>
                  <a:pt x="729" y="694"/>
                </a:lnTo>
                <a:lnTo>
                  <a:pt x="747" y="667"/>
                </a:lnTo>
                <a:lnTo>
                  <a:pt x="761" y="638"/>
                </a:lnTo>
                <a:lnTo>
                  <a:pt x="773" y="608"/>
                </a:lnTo>
                <a:lnTo>
                  <a:pt x="783" y="576"/>
                </a:lnTo>
                <a:lnTo>
                  <a:pt x="792" y="543"/>
                </a:lnTo>
                <a:lnTo>
                  <a:pt x="799" y="509"/>
                </a:lnTo>
                <a:lnTo>
                  <a:pt x="807" y="475"/>
                </a:lnTo>
                <a:lnTo>
                  <a:pt x="815" y="441"/>
                </a:lnTo>
                <a:lnTo>
                  <a:pt x="823" y="407"/>
                </a:lnTo>
                <a:lnTo>
                  <a:pt x="833" y="373"/>
                </a:lnTo>
                <a:lnTo>
                  <a:pt x="844" y="340"/>
                </a:lnTo>
                <a:lnTo>
                  <a:pt x="858" y="309"/>
                </a:lnTo>
                <a:lnTo>
                  <a:pt x="858" y="408"/>
                </a:lnTo>
                <a:lnTo>
                  <a:pt x="873" y="414"/>
                </a:lnTo>
                <a:lnTo>
                  <a:pt x="891" y="422"/>
                </a:lnTo>
                <a:lnTo>
                  <a:pt x="924" y="440"/>
                </a:lnTo>
                <a:lnTo>
                  <a:pt x="940" y="450"/>
                </a:lnTo>
                <a:lnTo>
                  <a:pt x="956" y="461"/>
                </a:lnTo>
                <a:lnTo>
                  <a:pt x="970" y="471"/>
                </a:lnTo>
                <a:lnTo>
                  <a:pt x="981" y="480"/>
                </a:lnTo>
                <a:lnTo>
                  <a:pt x="991" y="488"/>
                </a:lnTo>
                <a:lnTo>
                  <a:pt x="1000" y="494"/>
                </a:lnTo>
                <a:lnTo>
                  <a:pt x="1004" y="498"/>
                </a:lnTo>
                <a:lnTo>
                  <a:pt x="1006" y="499"/>
                </a:lnTo>
                <a:lnTo>
                  <a:pt x="1002" y="434"/>
                </a:lnTo>
                <a:lnTo>
                  <a:pt x="1003" y="369"/>
                </a:lnTo>
                <a:lnTo>
                  <a:pt x="1008" y="305"/>
                </a:lnTo>
                <a:lnTo>
                  <a:pt x="1016" y="241"/>
                </a:lnTo>
                <a:lnTo>
                  <a:pt x="1025" y="179"/>
                </a:lnTo>
                <a:lnTo>
                  <a:pt x="1035" y="118"/>
                </a:lnTo>
                <a:lnTo>
                  <a:pt x="1044" y="58"/>
                </a:lnTo>
                <a:lnTo>
                  <a:pt x="1050" y="0"/>
                </a:lnTo>
                <a:close/>
              </a:path>
            </a:pathLst>
          </a:custGeom>
          <a:solidFill>
            <a:srgbClr val="466571">
              <a:alpha val="7059"/>
            </a:srgbClr>
          </a:solidFill>
          <a:ln w="25400" cap="sq" cmpd="sng" algn="ctr">
            <a:noFill/>
            <a:prstDash val="solid"/>
            <a:headEnd type="none" w="med" len="med"/>
            <a:tailEnd type="none" w="med" len="med"/>
          </a:ln>
          <a:effectLst>
            <a:innerShdw blurRad="50800" dist="50800" dir="13500000">
              <a:srgbClr val="000000">
                <a:alpha val="43137"/>
              </a:srgbClr>
            </a:inn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anchor="t" compatLnSpc="1"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lang="ko-KR" altLang="en-US" sz="1000">
              <a:solidFill>
                <a:srgbClr val="FFFFFF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09458"/>
            <a:ext cx="7772400" cy="1470025"/>
          </a:xfrm>
          <a:prstGeom prst="rect">
            <a:avLst/>
          </a:prstGeom>
        </p:spPr>
        <p:txBody>
          <a:bodyPr anchor="b"/>
          <a:lstStyle>
            <a:lvl1pPr algn="r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023248" y="3886200"/>
            <a:ext cx="5414978" cy="104299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i="1">
                <a:solidFill>
                  <a:schemeClr val="tx1">
                    <a:tint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62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6870E2A8-813E-48DD-A79A-84CAA5BE3285}" type="datetimeFigureOut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2015-07-01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62"/>
            <a:ext cx="2895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62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EC314459-F1AD-4AF1-ACCF-5C4F00218361}" type="slidenum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‹#›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57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37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DEABC-D766-4322-8E78-B830FAE35C72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July 1, 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2161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3F43-3E86-47E4-BFBB-2476D384E1C6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July 1, 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91562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1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63BA-01FC-4367-B6F3-ABB2645D55F1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July 1, 2015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0519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19C71-EC74-44AF-B27E-FC7DC3C3A61D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July 1, 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8708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CDA29-3CBE-48EA-92AE-A996835462BA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July 1, 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145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C054-3869-4501-B163-1BBFDE8DCE04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July 1, 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87570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D831-56C1-49CF-8EF7-8B9A98402BCD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July 1, 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81667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6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D5615-7F4F-4584-84D5-CC95918C321F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July 1, 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9844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A923-9BEE-48CE-9F28-5B525F399BAD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July 1, 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80304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31F9E-604E-4343-9F29-EF72E8231CAD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July 1, 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38395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50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5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8E1CE-37F8-4102-8DF9-852A0A51F293}" type="datetime4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July 1, 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DF745-7D3F-47F4-83A3-874385CFAA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89763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64"/>
          <p:cNvSpPr>
            <a:spLocks noChangeArrowheads="1"/>
          </p:cNvSpPr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gradFill rotWithShape="0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prstClr val="black"/>
              </a:solidFill>
              <a:latin typeface="Trebuchet MS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331316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60"/>
          <p:cNvGraphicFramePr>
            <a:graphicFrameLocks noChangeAspect="1"/>
          </p:cNvGraphicFramePr>
          <p:nvPr/>
        </p:nvGraphicFramePr>
        <p:xfrm>
          <a:off x="171451" y="6411914"/>
          <a:ext cx="35169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패키지" r:id="rId3" imgW="380880" imgH="485640" progId="Package">
                  <p:embed/>
                </p:oleObj>
              </mc:Choice>
              <mc:Fallback>
                <p:oleObj name="패키지" r:id="rId3" imgW="380880" imgH="485640" progId="Pack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1" y="6411914"/>
                        <a:ext cx="35169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064"/>
          <p:cNvSpPr>
            <a:spLocks noChangeArrowheads="1"/>
          </p:cNvSpPr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gradFill rotWithShape="0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07456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3346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6578501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2570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44836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73788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67508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7944762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9326481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79944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89764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 noEditPoints="1"/>
          </p:cNvSpPr>
          <p:nvPr/>
        </p:nvSpPr>
        <p:spPr bwMode="blackGray">
          <a:xfrm>
            <a:off x="6820592" y="428628"/>
            <a:ext cx="2323440" cy="6000768"/>
          </a:xfrm>
          <a:custGeom>
            <a:avLst/>
            <a:gdLst/>
            <a:ahLst/>
            <a:cxnLst>
              <a:cxn ang="0">
                <a:pos x="487" y="2402"/>
              </a:cxn>
              <a:cxn ang="0">
                <a:pos x="608" y="2460"/>
              </a:cxn>
              <a:cxn ang="0">
                <a:pos x="610" y="2554"/>
              </a:cxn>
              <a:cxn ang="0">
                <a:pos x="893" y="2559"/>
              </a:cxn>
              <a:cxn ang="0">
                <a:pos x="772" y="2424"/>
              </a:cxn>
              <a:cxn ang="0">
                <a:pos x="334" y="2346"/>
              </a:cxn>
              <a:cxn ang="0">
                <a:pos x="447" y="2270"/>
              </a:cxn>
              <a:cxn ang="0">
                <a:pos x="696" y="2192"/>
              </a:cxn>
              <a:cxn ang="0">
                <a:pos x="801" y="2254"/>
              </a:cxn>
              <a:cxn ang="0">
                <a:pos x="914" y="2229"/>
              </a:cxn>
              <a:cxn ang="0">
                <a:pos x="996" y="2221"/>
              </a:cxn>
              <a:cxn ang="0">
                <a:pos x="833" y="2000"/>
              </a:cxn>
              <a:cxn ang="0">
                <a:pos x="891" y="2021"/>
              </a:cxn>
              <a:cxn ang="0">
                <a:pos x="603" y="1981"/>
              </a:cxn>
              <a:cxn ang="0">
                <a:pos x="334" y="2185"/>
              </a:cxn>
              <a:cxn ang="0">
                <a:pos x="415" y="2205"/>
              </a:cxn>
              <a:cxn ang="0">
                <a:pos x="568" y="2097"/>
              </a:cxn>
              <a:cxn ang="0">
                <a:pos x="923" y="1962"/>
              </a:cxn>
              <a:cxn ang="0">
                <a:pos x="707" y="1856"/>
              </a:cxn>
              <a:cxn ang="0">
                <a:pos x="783" y="1877"/>
              </a:cxn>
              <a:cxn ang="0">
                <a:pos x="1024" y="1938"/>
              </a:cxn>
              <a:cxn ang="0">
                <a:pos x="714" y="1767"/>
              </a:cxn>
              <a:cxn ang="0">
                <a:pos x="773" y="1779"/>
              </a:cxn>
              <a:cxn ang="0">
                <a:pos x="321" y="1789"/>
              </a:cxn>
              <a:cxn ang="0">
                <a:pos x="478" y="1916"/>
              </a:cxn>
              <a:cxn ang="0">
                <a:pos x="561" y="1954"/>
              </a:cxn>
              <a:cxn ang="0">
                <a:pos x="429" y="1744"/>
              </a:cxn>
              <a:cxn ang="0">
                <a:pos x="618" y="1731"/>
              </a:cxn>
              <a:cxn ang="0">
                <a:pos x="964" y="1657"/>
              </a:cxn>
              <a:cxn ang="0">
                <a:pos x="499" y="1689"/>
              </a:cxn>
              <a:cxn ang="0">
                <a:pos x="696" y="1680"/>
              </a:cxn>
              <a:cxn ang="0">
                <a:pos x="886" y="1764"/>
              </a:cxn>
              <a:cxn ang="0">
                <a:pos x="363" y="1496"/>
              </a:cxn>
              <a:cxn ang="0">
                <a:pos x="808" y="1481"/>
              </a:cxn>
              <a:cxn ang="0">
                <a:pos x="681" y="1492"/>
              </a:cxn>
              <a:cxn ang="0">
                <a:pos x="956" y="1592"/>
              </a:cxn>
              <a:cxn ang="0">
                <a:pos x="781" y="1312"/>
              </a:cxn>
              <a:cxn ang="0">
                <a:pos x="247" y="1405"/>
              </a:cxn>
              <a:cxn ang="0">
                <a:pos x="959" y="1228"/>
              </a:cxn>
              <a:cxn ang="0">
                <a:pos x="969" y="1142"/>
              </a:cxn>
              <a:cxn ang="0">
                <a:pos x="313" y="1025"/>
              </a:cxn>
              <a:cxn ang="0">
                <a:pos x="305" y="1085"/>
              </a:cxn>
              <a:cxn ang="0">
                <a:pos x="952" y="970"/>
              </a:cxn>
              <a:cxn ang="0">
                <a:pos x="915" y="820"/>
              </a:cxn>
              <a:cxn ang="0">
                <a:pos x="1029" y="881"/>
              </a:cxn>
              <a:cxn ang="0">
                <a:pos x="572" y="977"/>
              </a:cxn>
              <a:cxn ang="0">
                <a:pos x="643" y="757"/>
              </a:cxn>
              <a:cxn ang="0">
                <a:pos x="849" y="1016"/>
              </a:cxn>
              <a:cxn ang="0">
                <a:pos x="825" y="559"/>
              </a:cxn>
              <a:cxn ang="0">
                <a:pos x="1014" y="978"/>
              </a:cxn>
              <a:cxn ang="0">
                <a:pos x="985" y="1730"/>
              </a:cxn>
              <a:cxn ang="0">
                <a:pos x="1046" y="2030"/>
              </a:cxn>
              <a:cxn ang="0">
                <a:pos x="982" y="2783"/>
              </a:cxn>
              <a:cxn ang="0">
                <a:pos x="153" y="2108"/>
              </a:cxn>
              <a:cxn ang="0">
                <a:pos x="137" y="1741"/>
              </a:cxn>
              <a:cxn ang="0">
                <a:pos x="8" y="1398"/>
              </a:cxn>
              <a:cxn ang="0">
                <a:pos x="115" y="1367"/>
              </a:cxn>
              <a:cxn ang="0">
                <a:pos x="174" y="1117"/>
              </a:cxn>
              <a:cxn ang="0">
                <a:pos x="265" y="852"/>
              </a:cxn>
              <a:cxn ang="0">
                <a:pos x="648" y="458"/>
              </a:cxn>
              <a:cxn ang="0">
                <a:pos x="815" y="441"/>
              </a:cxn>
            </a:cxnLst>
            <a:rect l="0" t="0" r="0" b="0"/>
            <a:pathLst>
              <a:path w="1052" h="2787">
                <a:moveTo>
                  <a:pt x="957" y="2608"/>
                </a:moveTo>
                <a:lnTo>
                  <a:pt x="945" y="2627"/>
                </a:lnTo>
                <a:lnTo>
                  <a:pt x="934" y="2646"/>
                </a:lnTo>
                <a:lnTo>
                  <a:pt x="922" y="2665"/>
                </a:lnTo>
                <a:lnTo>
                  <a:pt x="907" y="2684"/>
                </a:lnTo>
                <a:lnTo>
                  <a:pt x="910" y="2684"/>
                </a:lnTo>
                <a:lnTo>
                  <a:pt x="916" y="2685"/>
                </a:lnTo>
                <a:lnTo>
                  <a:pt x="926" y="2686"/>
                </a:lnTo>
                <a:lnTo>
                  <a:pt x="938" y="2688"/>
                </a:lnTo>
                <a:lnTo>
                  <a:pt x="952" y="2690"/>
                </a:lnTo>
                <a:lnTo>
                  <a:pt x="966" y="2693"/>
                </a:lnTo>
                <a:lnTo>
                  <a:pt x="979" y="2696"/>
                </a:lnTo>
                <a:lnTo>
                  <a:pt x="990" y="2699"/>
                </a:lnTo>
                <a:lnTo>
                  <a:pt x="989" y="2696"/>
                </a:lnTo>
                <a:lnTo>
                  <a:pt x="987" y="2691"/>
                </a:lnTo>
                <a:lnTo>
                  <a:pt x="983" y="2681"/>
                </a:lnTo>
                <a:lnTo>
                  <a:pt x="980" y="2670"/>
                </a:lnTo>
                <a:lnTo>
                  <a:pt x="975" y="2658"/>
                </a:lnTo>
                <a:lnTo>
                  <a:pt x="970" y="2644"/>
                </a:lnTo>
                <a:lnTo>
                  <a:pt x="965" y="2630"/>
                </a:lnTo>
                <a:lnTo>
                  <a:pt x="957" y="2608"/>
                </a:lnTo>
                <a:close/>
                <a:moveTo>
                  <a:pt x="454" y="2402"/>
                </a:moveTo>
                <a:lnTo>
                  <a:pt x="421" y="2410"/>
                </a:lnTo>
                <a:lnTo>
                  <a:pt x="470" y="2463"/>
                </a:lnTo>
                <a:lnTo>
                  <a:pt x="478" y="2463"/>
                </a:lnTo>
                <a:lnTo>
                  <a:pt x="487" y="2402"/>
                </a:lnTo>
                <a:lnTo>
                  <a:pt x="454" y="2402"/>
                </a:lnTo>
                <a:close/>
                <a:moveTo>
                  <a:pt x="758" y="2306"/>
                </a:moveTo>
                <a:lnTo>
                  <a:pt x="731" y="2308"/>
                </a:lnTo>
                <a:lnTo>
                  <a:pt x="706" y="2312"/>
                </a:lnTo>
                <a:lnTo>
                  <a:pt x="680" y="2317"/>
                </a:lnTo>
                <a:lnTo>
                  <a:pt x="654" y="2324"/>
                </a:lnTo>
                <a:lnTo>
                  <a:pt x="630" y="2334"/>
                </a:lnTo>
                <a:lnTo>
                  <a:pt x="608" y="2344"/>
                </a:lnTo>
                <a:lnTo>
                  <a:pt x="588" y="2355"/>
                </a:lnTo>
                <a:lnTo>
                  <a:pt x="570" y="2367"/>
                </a:lnTo>
                <a:lnTo>
                  <a:pt x="555" y="2382"/>
                </a:lnTo>
                <a:lnTo>
                  <a:pt x="543" y="2396"/>
                </a:lnTo>
                <a:lnTo>
                  <a:pt x="535" y="2412"/>
                </a:lnTo>
                <a:lnTo>
                  <a:pt x="531" y="2428"/>
                </a:lnTo>
                <a:lnTo>
                  <a:pt x="531" y="2445"/>
                </a:lnTo>
                <a:lnTo>
                  <a:pt x="536" y="2463"/>
                </a:lnTo>
                <a:lnTo>
                  <a:pt x="545" y="2477"/>
                </a:lnTo>
                <a:lnTo>
                  <a:pt x="555" y="2487"/>
                </a:lnTo>
                <a:lnTo>
                  <a:pt x="567" y="2493"/>
                </a:lnTo>
                <a:lnTo>
                  <a:pt x="580" y="2497"/>
                </a:lnTo>
                <a:lnTo>
                  <a:pt x="592" y="2496"/>
                </a:lnTo>
                <a:lnTo>
                  <a:pt x="604" y="2493"/>
                </a:lnTo>
                <a:lnTo>
                  <a:pt x="614" y="2486"/>
                </a:lnTo>
                <a:lnTo>
                  <a:pt x="622" y="2476"/>
                </a:lnTo>
                <a:lnTo>
                  <a:pt x="627" y="2463"/>
                </a:lnTo>
                <a:lnTo>
                  <a:pt x="608" y="2460"/>
                </a:lnTo>
                <a:lnTo>
                  <a:pt x="596" y="2458"/>
                </a:lnTo>
                <a:lnTo>
                  <a:pt x="586" y="2454"/>
                </a:lnTo>
                <a:lnTo>
                  <a:pt x="580" y="2448"/>
                </a:lnTo>
                <a:lnTo>
                  <a:pt x="577" y="2439"/>
                </a:lnTo>
                <a:lnTo>
                  <a:pt x="578" y="2427"/>
                </a:lnTo>
                <a:lnTo>
                  <a:pt x="584" y="2416"/>
                </a:lnTo>
                <a:lnTo>
                  <a:pt x="592" y="2405"/>
                </a:lnTo>
                <a:lnTo>
                  <a:pt x="603" y="2397"/>
                </a:lnTo>
                <a:lnTo>
                  <a:pt x="615" y="2391"/>
                </a:lnTo>
                <a:lnTo>
                  <a:pt x="629" y="2387"/>
                </a:lnTo>
                <a:lnTo>
                  <a:pt x="642" y="2386"/>
                </a:lnTo>
                <a:lnTo>
                  <a:pt x="656" y="2388"/>
                </a:lnTo>
                <a:lnTo>
                  <a:pt x="670" y="2394"/>
                </a:lnTo>
                <a:lnTo>
                  <a:pt x="682" y="2404"/>
                </a:lnTo>
                <a:lnTo>
                  <a:pt x="693" y="2417"/>
                </a:lnTo>
                <a:lnTo>
                  <a:pt x="696" y="2425"/>
                </a:lnTo>
                <a:lnTo>
                  <a:pt x="698" y="2435"/>
                </a:lnTo>
                <a:lnTo>
                  <a:pt x="698" y="2447"/>
                </a:lnTo>
                <a:lnTo>
                  <a:pt x="696" y="2460"/>
                </a:lnTo>
                <a:lnTo>
                  <a:pt x="693" y="2474"/>
                </a:lnTo>
                <a:lnTo>
                  <a:pt x="686" y="2489"/>
                </a:lnTo>
                <a:lnTo>
                  <a:pt x="677" y="2504"/>
                </a:lnTo>
                <a:lnTo>
                  <a:pt x="666" y="2518"/>
                </a:lnTo>
                <a:lnTo>
                  <a:pt x="651" y="2531"/>
                </a:lnTo>
                <a:lnTo>
                  <a:pt x="632" y="2544"/>
                </a:lnTo>
                <a:lnTo>
                  <a:pt x="610" y="2554"/>
                </a:lnTo>
                <a:lnTo>
                  <a:pt x="631" y="2570"/>
                </a:lnTo>
                <a:lnTo>
                  <a:pt x="653" y="2584"/>
                </a:lnTo>
                <a:lnTo>
                  <a:pt x="677" y="2597"/>
                </a:lnTo>
                <a:lnTo>
                  <a:pt x="700" y="2610"/>
                </a:lnTo>
                <a:lnTo>
                  <a:pt x="724" y="2622"/>
                </a:lnTo>
                <a:lnTo>
                  <a:pt x="747" y="2632"/>
                </a:lnTo>
                <a:lnTo>
                  <a:pt x="769" y="2642"/>
                </a:lnTo>
                <a:lnTo>
                  <a:pt x="790" y="2650"/>
                </a:lnTo>
                <a:lnTo>
                  <a:pt x="808" y="2658"/>
                </a:lnTo>
                <a:lnTo>
                  <a:pt x="838" y="2667"/>
                </a:lnTo>
                <a:lnTo>
                  <a:pt x="849" y="2669"/>
                </a:lnTo>
                <a:lnTo>
                  <a:pt x="855" y="2669"/>
                </a:lnTo>
                <a:lnTo>
                  <a:pt x="858" y="2669"/>
                </a:lnTo>
                <a:lnTo>
                  <a:pt x="860" y="2660"/>
                </a:lnTo>
                <a:lnTo>
                  <a:pt x="862" y="2650"/>
                </a:lnTo>
                <a:lnTo>
                  <a:pt x="867" y="2637"/>
                </a:lnTo>
                <a:lnTo>
                  <a:pt x="872" y="2625"/>
                </a:lnTo>
                <a:lnTo>
                  <a:pt x="878" y="2610"/>
                </a:lnTo>
                <a:lnTo>
                  <a:pt x="884" y="2597"/>
                </a:lnTo>
                <a:lnTo>
                  <a:pt x="890" y="2584"/>
                </a:lnTo>
                <a:lnTo>
                  <a:pt x="895" y="2572"/>
                </a:lnTo>
                <a:lnTo>
                  <a:pt x="900" y="2561"/>
                </a:lnTo>
                <a:lnTo>
                  <a:pt x="904" y="2553"/>
                </a:lnTo>
                <a:lnTo>
                  <a:pt x="906" y="2548"/>
                </a:lnTo>
                <a:lnTo>
                  <a:pt x="907" y="2547"/>
                </a:lnTo>
                <a:lnTo>
                  <a:pt x="893" y="2559"/>
                </a:lnTo>
                <a:lnTo>
                  <a:pt x="880" y="2568"/>
                </a:lnTo>
                <a:lnTo>
                  <a:pt x="864" y="2572"/>
                </a:lnTo>
                <a:lnTo>
                  <a:pt x="848" y="2574"/>
                </a:lnTo>
                <a:lnTo>
                  <a:pt x="829" y="2573"/>
                </a:lnTo>
                <a:lnTo>
                  <a:pt x="810" y="2571"/>
                </a:lnTo>
                <a:lnTo>
                  <a:pt x="790" y="2570"/>
                </a:lnTo>
                <a:lnTo>
                  <a:pt x="767" y="2570"/>
                </a:lnTo>
                <a:lnTo>
                  <a:pt x="769" y="2567"/>
                </a:lnTo>
                <a:lnTo>
                  <a:pt x="774" y="2561"/>
                </a:lnTo>
                <a:lnTo>
                  <a:pt x="783" y="2554"/>
                </a:lnTo>
                <a:lnTo>
                  <a:pt x="792" y="2545"/>
                </a:lnTo>
                <a:lnTo>
                  <a:pt x="804" y="2535"/>
                </a:lnTo>
                <a:lnTo>
                  <a:pt x="816" y="2524"/>
                </a:lnTo>
                <a:lnTo>
                  <a:pt x="829" y="2513"/>
                </a:lnTo>
                <a:lnTo>
                  <a:pt x="842" y="2501"/>
                </a:lnTo>
                <a:lnTo>
                  <a:pt x="856" y="2490"/>
                </a:lnTo>
                <a:lnTo>
                  <a:pt x="880" y="2470"/>
                </a:lnTo>
                <a:lnTo>
                  <a:pt x="889" y="2462"/>
                </a:lnTo>
                <a:lnTo>
                  <a:pt x="896" y="2455"/>
                </a:lnTo>
                <a:lnTo>
                  <a:pt x="901" y="2452"/>
                </a:lnTo>
                <a:lnTo>
                  <a:pt x="903" y="2450"/>
                </a:lnTo>
                <a:lnTo>
                  <a:pt x="876" y="2452"/>
                </a:lnTo>
                <a:lnTo>
                  <a:pt x="853" y="2451"/>
                </a:lnTo>
                <a:lnTo>
                  <a:pt x="833" y="2450"/>
                </a:lnTo>
                <a:lnTo>
                  <a:pt x="767" y="2440"/>
                </a:lnTo>
                <a:lnTo>
                  <a:pt x="772" y="2424"/>
                </a:lnTo>
                <a:lnTo>
                  <a:pt x="781" y="2409"/>
                </a:lnTo>
                <a:lnTo>
                  <a:pt x="794" y="2397"/>
                </a:lnTo>
                <a:lnTo>
                  <a:pt x="809" y="2386"/>
                </a:lnTo>
                <a:lnTo>
                  <a:pt x="827" y="2377"/>
                </a:lnTo>
                <a:lnTo>
                  <a:pt x="846" y="2372"/>
                </a:lnTo>
                <a:lnTo>
                  <a:pt x="864" y="2367"/>
                </a:lnTo>
                <a:lnTo>
                  <a:pt x="882" y="2366"/>
                </a:lnTo>
                <a:lnTo>
                  <a:pt x="900" y="2367"/>
                </a:lnTo>
                <a:lnTo>
                  <a:pt x="915" y="2372"/>
                </a:lnTo>
                <a:lnTo>
                  <a:pt x="904" y="2355"/>
                </a:lnTo>
                <a:lnTo>
                  <a:pt x="891" y="2340"/>
                </a:lnTo>
                <a:lnTo>
                  <a:pt x="873" y="2328"/>
                </a:lnTo>
                <a:lnTo>
                  <a:pt x="853" y="2319"/>
                </a:lnTo>
                <a:lnTo>
                  <a:pt x="832" y="2313"/>
                </a:lnTo>
                <a:lnTo>
                  <a:pt x="808" y="2308"/>
                </a:lnTo>
                <a:lnTo>
                  <a:pt x="783" y="2306"/>
                </a:lnTo>
                <a:lnTo>
                  <a:pt x="758" y="2306"/>
                </a:lnTo>
                <a:close/>
                <a:moveTo>
                  <a:pt x="371" y="2235"/>
                </a:moveTo>
                <a:lnTo>
                  <a:pt x="339" y="2240"/>
                </a:lnTo>
                <a:lnTo>
                  <a:pt x="299" y="2249"/>
                </a:lnTo>
                <a:lnTo>
                  <a:pt x="280" y="2253"/>
                </a:lnTo>
                <a:lnTo>
                  <a:pt x="264" y="2257"/>
                </a:lnTo>
                <a:lnTo>
                  <a:pt x="279" y="2280"/>
                </a:lnTo>
                <a:lnTo>
                  <a:pt x="295" y="2303"/>
                </a:lnTo>
                <a:lnTo>
                  <a:pt x="313" y="2325"/>
                </a:lnTo>
                <a:lnTo>
                  <a:pt x="334" y="2346"/>
                </a:lnTo>
                <a:lnTo>
                  <a:pt x="356" y="2365"/>
                </a:lnTo>
                <a:lnTo>
                  <a:pt x="379" y="2382"/>
                </a:lnTo>
                <a:lnTo>
                  <a:pt x="404" y="2394"/>
                </a:lnTo>
                <a:lnTo>
                  <a:pt x="411" y="2387"/>
                </a:lnTo>
                <a:lnTo>
                  <a:pt x="428" y="2370"/>
                </a:lnTo>
                <a:lnTo>
                  <a:pt x="436" y="2361"/>
                </a:lnTo>
                <a:lnTo>
                  <a:pt x="444" y="2352"/>
                </a:lnTo>
                <a:lnTo>
                  <a:pt x="452" y="2345"/>
                </a:lnTo>
                <a:lnTo>
                  <a:pt x="457" y="2339"/>
                </a:lnTo>
                <a:lnTo>
                  <a:pt x="461" y="2335"/>
                </a:lnTo>
                <a:lnTo>
                  <a:pt x="462" y="2334"/>
                </a:lnTo>
                <a:lnTo>
                  <a:pt x="444" y="2336"/>
                </a:lnTo>
                <a:lnTo>
                  <a:pt x="430" y="2337"/>
                </a:lnTo>
                <a:lnTo>
                  <a:pt x="417" y="2335"/>
                </a:lnTo>
                <a:lnTo>
                  <a:pt x="405" y="2334"/>
                </a:lnTo>
                <a:lnTo>
                  <a:pt x="394" y="2330"/>
                </a:lnTo>
                <a:lnTo>
                  <a:pt x="383" y="2328"/>
                </a:lnTo>
                <a:lnTo>
                  <a:pt x="371" y="2326"/>
                </a:lnTo>
                <a:lnTo>
                  <a:pt x="373" y="2318"/>
                </a:lnTo>
                <a:lnTo>
                  <a:pt x="375" y="2309"/>
                </a:lnTo>
                <a:lnTo>
                  <a:pt x="379" y="2298"/>
                </a:lnTo>
                <a:lnTo>
                  <a:pt x="387" y="2288"/>
                </a:lnTo>
                <a:lnTo>
                  <a:pt x="395" y="2282"/>
                </a:lnTo>
                <a:lnTo>
                  <a:pt x="405" y="2279"/>
                </a:lnTo>
                <a:lnTo>
                  <a:pt x="433" y="2273"/>
                </a:lnTo>
                <a:lnTo>
                  <a:pt x="447" y="2270"/>
                </a:lnTo>
                <a:lnTo>
                  <a:pt x="462" y="2265"/>
                </a:lnTo>
                <a:lnTo>
                  <a:pt x="446" y="2259"/>
                </a:lnTo>
                <a:lnTo>
                  <a:pt x="432" y="2251"/>
                </a:lnTo>
                <a:lnTo>
                  <a:pt x="416" y="2244"/>
                </a:lnTo>
                <a:lnTo>
                  <a:pt x="401" y="2238"/>
                </a:lnTo>
                <a:lnTo>
                  <a:pt x="386" y="2235"/>
                </a:lnTo>
                <a:lnTo>
                  <a:pt x="371" y="2235"/>
                </a:lnTo>
                <a:close/>
                <a:moveTo>
                  <a:pt x="926" y="2137"/>
                </a:moveTo>
                <a:lnTo>
                  <a:pt x="915" y="2146"/>
                </a:lnTo>
                <a:lnTo>
                  <a:pt x="900" y="2155"/>
                </a:lnTo>
                <a:lnTo>
                  <a:pt x="883" y="2167"/>
                </a:lnTo>
                <a:lnTo>
                  <a:pt x="866" y="2179"/>
                </a:lnTo>
                <a:lnTo>
                  <a:pt x="829" y="2202"/>
                </a:lnTo>
                <a:lnTo>
                  <a:pt x="811" y="2213"/>
                </a:lnTo>
                <a:lnTo>
                  <a:pt x="794" y="2224"/>
                </a:lnTo>
                <a:lnTo>
                  <a:pt x="776" y="2231"/>
                </a:lnTo>
                <a:lnTo>
                  <a:pt x="762" y="2236"/>
                </a:lnTo>
                <a:lnTo>
                  <a:pt x="748" y="2238"/>
                </a:lnTo>
                <a:lnTo>
                  <a:pt x="731" y="2237"/>
                </a:lnTo>
                <a:lnTo>
                  <a:pt x="718" y="2235"/>
                </a:lnTo>
                <a:lnTo>
                  <a:pt x="709" y="2231"/>
                </a:lnTo>
                <a:lnTo>
                  <a:pt x="702" y="2225"/>
                </a:lnTo>
                <a:lnTo>
                  <a:pt x="697" y="2218"/>
                </a:lnTo>
                <a:lnTo>
                  <a:pt x="695" y="2211"/>
                </a:lnTo>
                <a:lnTo>
                  <a:pt x="695" y="2202"/>
                </a:lnTo>
                <a:lnTo>
                  <a:pt x="696" y="2192"/>
                </a:lnTo>
                <a:lnTo>
                  <a:pt x="700" y="2180"/>
                </a:lnTo>
                <a:lnTo>
                  <a:pt x="706" y="2173"/>
                </a:lnTo>
                <a:lnTo>
                  <a:pt x="712" y="2169"/>
                </a:lnTo>
                <a:lnTo>
                  <a:pt x="719" y="2167"/>
                </a:lnTo>
                <a:lnTo>
                  <a:pt x="728" y="2168"/>
                </a:lnTo>
                <a:lnTo>
                  <a:pt x="736" y="2170"/>
                </a:lnTo>
                <a:lnTo>
                  <a:pt x="732" y="2165"/>
                </a:lnTo>
                <a:lnTo>
                  <a:pt x="726" y="2160"/>
                </a:lnTo>
                <a:lnTo>
                  <a:pt x="718" y="2157"/>
                </a:lnTo>
                <a:lnTo>
                  <a:pt x="707" y="2156"/>
                </a:lnTo>
                <a:lnTo>
                  <a:pt x="696" y="2158"/>
                </a:lnTo>
                <a:lnTo>
                  <a:pt x="685" y="2166"/>
                </a:lnTo>
                <a:lnTo>
                  <a:pt x="676" y="2176"/>
                </a:lnTo>
                <a:lnTo>
                  <a:pt x="671" y="2188"/>
                </a:lnTo>
                <a:lnTo>
                  <a:pt x="668" y="2202"/>
                </a:lnTo>
                <a:lnTo>
                  <a:pt x="668" y="2216"/>
                </a:lnTo>
                <a:lnTo>
                  <a:pt x="671" y="2229"/>
                </a:lnTo>
                <a:lnTo>
                  <a:pt x="676" y="2240"/>
                </a:lnTo>
                <a:lnTo>
                  <a:pt x="685" y="2250"/>
                </a:lnTo>
                <a:lnTo>
                  <a:pt x="699" y="2259"/>
                </a:lnTo>
                <a:lnTo>
                  <a:pt x="718" y="2265"/>
                </a:lnTo>
                <a:lnTo>
                  <a:pt x="738" y="2268"/>
                </a:lnTo>
                <a:lnTo>
                  <a:pt x="760" y="2268"/>
                </a:lnTo>
                <a:lnTo>
                  <a:pt x="780" y="2264"/>
                </a:lnTo>
                <a:lnTo>
                  <a:pt x="791" y="2260"/>
                </a:lnTo>
                <a:lnTo>
                  <a:pt x="801" y="2254"/>
                </a:lnTo>
                <a:lnTo>
                  <a:pt x="809" y="2248"/>
                </a:lnTo>
                <a:lnTo>
                  <a:pt x="819" y="2241"/>
                </a:lnTo>
                <a:lnTo>
                  <a:pt x="829" y="2233"/>
                </a:lnTo>
                <a:lnTo>
                  <a:pt x="841" y="2223"/>
                </a:lnTo>
                <a:lnTo>
                  <a:pt x="856" y="2211"/>
                </a:lnTo>
                <a:lnTo>
                  <a:pt x="874" y="2196"/>
                </a:lnTo>
                <a:lnTo>
                  <a:pt x="893" y="2188"/>
                </a:lnTo>
                <a:lnTo>
                  <a:pt x="909" y="2184"/>
                </a:lnTo>
                <a:lnTo>
                  <a:pt x="925" y="2185"/>
                </a:lnTo>
                <a:lnTo>
                  <a:pt x="938" y="2188"/>
                </a:lnTo>
                <a:lnTo>
                  <a:pt x="950" y="2193"/>
                </a:lnTo>
                <a:lnTo>
                  <a:pt x="960" y="2202"/>
                </a:lnTo>
                <a:lnTo>
                  <a:pt x="968" y="2210"/>
                </a:lnTo>
                <a:lnTo>
                  <a:pt x="973" y="2219"/>
                </a:lnTo>
                <a:lnTo>
                  <a:pt x="974" y="2225"/>
                </a:lnTo>
                <a:lnTo>
                  <a:pt x="974" y="2240"/>
                </a:lnTo>
                <a:lnTo>
                  <a:pt x="973" y="2247"/>
                </a:lnTo>
                <a:lnTo>
                  <a:pt x="970" y="2254"/>
                </a:lnTo>
                <a:lnTo>
                  <a:pt x="966" y="2259"/>
                </a:lnTo>
                <a:lnTo>
                  <a:pt x="958" y="2262"/>
                </a:lnTo>
                <a:lnTo>
                  <a:pt x="948" y="2262"/>
                </a:lnTo>
                <a:lnTo>
                  <a:pt x="937" y="2259"/>
                </a:lnTo>
                <a:lnTo>
                  <a:pt x="928" y="2254"/>
                </a:lnTo>
                <a:lnTo>
                  <a:pt x="921" y="2248"/>
                </a:lnTo>
                <a:lnTo>
                  <a:pt x="915" y="2240"/>
                </a:lnTo>
                <a:lnTo>
                  <a:pt x="914" y="2229"/>
                </a:lnTo>
                <a:lnTo>
                  <a:pt x="915" y="2219"/>
                </a:lnTo>
                <a:lnTo>
                  <a:pt x="904" y="2228"/>
                </a:lnTo>
                <a:lnTo>
                  <a:pt x="895" y="2240"/>
                </a:lnTo>
                <a:lnTo>
                  <a:pt x="889" y="2252"/>
                </a:lnTo>
                <a:lnTo>
                  <a:pt x="885" y="2266"/>
                </a:lnTo>
                <a:lnTo>
                  <a:pt x="884" y="2279"/>
                </a:lnTo>
                <a:lnTo>
                  <a:pt x="886" y="2290"/>
                </a:lnTo>
                <a:lnTo>
                  <a:pt x="893" y="2297"/>
                </a:lnTo>
                <a:lnTo>
                  <a:pt x="901" y="2305"/>
                </a:lnTo>
                <a:lnTo>
                  <a:pt x="911" y="2311"/>
                </a:lnTo>
                <a:lnTo>
                  <a:pt x="923" y="2317"/>
                </a:lnTo>
                <a:lnTo>
                  <a:pt x="936" y="2323"/>
                </a:lnTo>
                <a:lnTo>
                  <a:pt x="943" y="2328"/>
                </a:lnTo>
                <a:lnTo>
                  <a:pt x="948" y="2333"/>
                </a:lnTo>
                <a:lnTo>
                  <a:pt x="953" y="2336"/>
                </a:lnTo>
                <a:lnTo>
                  <a:pt x="959" y="2338"/>
                </a:lnTo>
                <a:lnTo>
                  <a:pt x="968" y="2339"/>
                </a:lnTo>
                <a:lnTo>
                  <a:pt x="981" y="2341"/>
                </a:lnTo>
                <a:lnTo>
                  <a:pt x="984" y="2332"/>
                </a:lnTo>
                <a:lnTo>
                  <a:pt x="986" y="2323"/>
                </a:lnTo>
                <a:lnTo>
                  <a:pt x="989" y="2313"/>
                </a:lnTo>
                <a:lnTo>
                  <a:pt x="997" y="2297"/>
                </a:lnTo>
                <a:lnTo>
                  <a:pt x="1002" y="2279"/>
                </a:lnTo>
                <a:lnTo>
                  <a:pt x="1002" y="2260"/>
                </a:lnTo>
                <a:lnTo>
                  <a:pt x="1001" y="2240"/>
                </a:lnTo>
                <a:lnTo>
                  <a:pt x="996" y="2221"/>
                </a:lnTo>
                <a:lnTo>
                  <a:pt x="989" y="2202"/>
                </a:lnTo>
                <a:lnTo>
                  <a:pt x="980" y="2185"/>
                </a:lnTo>
                <a:lnTo>
                  <a:pt x="968" y="2169"/>
                </a:lnTo>
                <a:lnTo>
                  <a:pt x="956" y="2155"/>
                </a:lnTo>
                <a:lnTo>
                  <a:pt x="941" y="2144"/>
                </a:lnTo>
                <a:lnTo>
                  <a:pt x="926" y="2137"/>
                </a:lnTo>
                <a:close/>
                <a:moveTo>
                  <a:pt x="709" y="2075"/>
                </a:moveTo>
                <a:lnTo>
                  <a:pt x="602" y="2082"/>
                </a:lnTo>
                <a:lnTo>
                  <a:pt x="602" y="2090"/>
                </a:lnTo>
                <a:lnTo>
                  <a:pt x="627" y="2181"/>
                </a:lnTo>
                <a:lnTo>
                  <a:pt x="631" y="2179"/>
                </a:lnTo>
                <a:lnTo>
                  <a:pt x="637" y="2176"/>
                </a:lnTo>
                <a:lnTo>
                  <a:pt x="641" y="2174"/>
                </a:lnTo>
                <a:lnTo>
                  <a:pt x="645" y="2173"/>
                </a:lnTo>
                <a:lnTo>
                  <a:pt x="651" y="2169"/>
                </a:lnTo>
                <a:lnTo>
                  <a:pt x="659" y="2165"/>
                </a:lnTo>
                <a:lnTo>
                  <a:pt x="669" y="2158"/>
                </a:lnTo>
                <a:lnTo>
                  <a:pt x="681" y="2151"/>
                </a:lnTo>
                <a:lnTo>
                  <a:pt x="693" y="2141"/>
                </a:lnTo>
                <a:lnTo>
                  <a:pt x="706" y="2130"/>
                </a:lnTo>
                <a:lnTo>
                  <a:pt x="717" y="2118"/>
                </a:lnTo>
                <a:lnTo>
                  <a:pt x="728" y="2104"/>
                </a:lnTo>
                <a:lnTo>
                  <a:pt x="736" y="2090"/>
                </a:lnTo>
                <a:lnTo>
                  <a:pt x="742" y="2075"/>
                </a:lnTo>
                <a:lnTo>
                  <a:pt x="709" y="2075"/>
                </a:lnTo>
                <a:close/>
                <a:moveTo>
                  <a:pt x="833" y="2000"/>
                </a:moveTo>
                <a:lnTo>
                  <a:pt x="818" y="2001"/>
                </a:lnTo>
                <a:lnTo>
                  <a:pt x="805" y="2005"/>
                </a:lnTo>
                <a:lnTo>
                  <a:pt x="794" y="2015"/>
                </a:lnTo>
                <a:lnTo>
                  <a:pt x="783" y="2029"/>
                </a:lnTo>
                <a:lnTo>
                  <a:pt x="778" y="2042"/>
                </a:lnTo>
                <a:lnTo>
                  <a:pt x="776" y="2057"/>
                </a:lnTo>
                <a:lnTo>
                  <a:pt x="777" y="2072"/>
                </a:lnTo>
                <a:lnTo>
                  <a:pt x="781" y="2088"/>
                </a:lnTo>
                <a:lnTo>
                  <a:pt x="786" y="2103"/>
                </a:lnTo>
                <a:lnTo>
                  <a:pt x="793" y="2118"/>
                </a:lnTo>
                <a:lnTo>
                  <a:pt x="800" y="2130"/>
                </a:lnTo>
                <a:lnTo>
                  <a:pt x="808" y="2138"/>
                </a:lnTo>
                <a:lnTo>
                  <a:pt x="816" y="2143"/>
                </a:lnTo>
                <a:lnTo>
                  <a:pt x="828" y="2145"/>
                </a:lnTo>
                <a:lnTo>
                  <a:pt x="842" y="2144"/>
                </a:lnTo>
                <a:lnTo>
                  <a:pt x="857" y="2141"/>
                </a:lnTo>
                <a:lnTo>
                  <a:pt x="872" y="2136"/>
                </a:lnTo>
                <a:lnTo>
                  <a:pt x="886" y="2128"/>
                </a:lnTo>
                <a:lnTo>
                  <a:pt x="898" y="2118"/>
                </a:lnTo>
                <a:lnTo>
                  <a:pt x="907" y="2105"/>
                </a:lnTo>
                <a:lnTo>
                  <a:pt x="912" y="2092"/>
                </a:lnTo>
                <a:lnTo>
                  <a:pt x="913" y="2077"/>
                </a:lnTo>
                <a:lnTo>
                  <a:pt x="911" y="2062"/>
                </a:lnTo>
                <a:lnTo>
                  <a:pt x="907" y="2048"/>
                </a:lnTo>
                <a:lnTo>
                  <a:pt x="900" y="2033"/>
                </a:lnTo>
                <a:lnTo>
                  <a:pt x="891" y="2021"/>
                </a:lnTo>
                <a:lnTo>
                  <a:pt x="879" y="2012"/>
                </a:lnTo>
                <a:lnTo>
                  <a:pt x="866" y="2006"/>
                </a:lnTo>
                <a:lnTo>
                  <a:pt x="849" y="2002"/>
                </a:lnTo>
                <a:lnTo>
                  <a:pt x="833" y="2000"/>
                </a:lnTo>
                <a:close/>
                <a:moveTo>
                  <a:pt x="977" y="1980"/>
                </a:moveTo>
                <a:lnTo>
                  <a:pt x="970" y="1982"/>
                </a:lnTo>
                <a:lnTo>
                  <a:pt x="965" y="1986"/>
                </a:lnTo>
                <a:lnTo>
                  <a:pt x="963" y="1990"/>
                </a:lnTo>
                <a:lnTo>
                  <a:pt x="961" y="1996"/>
                </a:lnTo>
                <a:lnTo>
                  <a:pt x="961" y="2004"/>
                </a:lnTo>
                <a:lnTo>
                  <a:pt x="962" y="2010"/>
                </a:lnTo>
                <a:lnTo>
                  <a:pt x="966" y="2017"/>
                </a:lnTo>
                <a:lnTo>
                  <a:pt x="973" y="2021"/>
                </a:lnTo>
                <a:lnTo>
                  <a:pt x="983" y="2023"/>
                </a:lnTo>
                <a:lnTo>
                  <a:pt x="991" y="2022"/>
                </a:lnTo>
                <a:lnTo>
                  <a:pt x="999" y="2018"/>
                </a:lnTo>
                <a:lnTo>
                  <a:pt x="1003" y="2013"/>
                </a:lnTo>
                <a:lnTo>
                  <a:pt x="1006" y="2006"/>
                </a:lnTo>
                <a:lnTo>
                  <a:pt x="1006" y="1998"/>
                </a:lnTo>
                <a:lnTo>
                  <a:pt x="1003" y="1992"/>
                </a:lnTo>
                <a:lnTo>
                  <a:pt x="998" y="1987"/>
                </a:lnTo>
                <a:lnTo>
                  <a:pt x="991" y="1982"/>
                </a:lnTo>
                <a:lnTo>
                  <a:pt x="984" y="1980"/>
                </a:lnTo>
                <a:lnTo>
                  <a:pt x="977" y="1980"/>
                </a:lnTo>
                <a:close/>
                <a:moveTo>
                  <a:pt x="628" y="1971"/>
                </a:moveTo>
                <a:lnTo>
                  <a:pt x="603" y="1981"/>
                </a:lnTo>
                <a:lnTo>
                  <a:pt x="576" y="1988"/>
                </a:lnTo>
                <a:lnTo>
                  <a:pt x="546" y="1996"/>
                </a:lnTo>
                <a:lnTo>
                  <a:pt x="516" y="2004"/>
                </a:lnTo>
                <a:lnTo>
                  <a:pt x="486" y="2010"/>
                </a:lnTo>
                <a:lnTo>
                  <a:pt x="455" y="2017"/>
                </a:lnTo>
                <a:lnTo>
                  <a:pt x="424" y="2024"/>
                </a:lnTo>
                <a:lnTo>
                  <a:pt x="395" y="2031"/>
                </a:lnTo>
                <a:lnTo>
                  <a:pt x="367" y="2037"/>
                </a:lnTo>
                <a:lnTo>
                  <a:pt x="341" y="2045"/>
                </a:lnTo>
                <a:lnTo>
                  <a:pt x="318" y="2053"/>
                </a:lnTo>
                <a:lnTo>
                  <a:pt x="299" y="2062"/>
                </a:lnTo>
                <a:lnTo>
                  <a:pt x="283" y="2072"/>
                </a:lnTo>
                <a:lnTo>
                  <a:pt x="271" y="2082"/>
                </a:lnTo>
                <a:lnTo>
                  <a:pt x="265" y="2094"/>
                </a:lnTo>
                <a:lnTo>
                  <a:pt x="262" y="2107"/>
                </a:lnTo>
                <a:lnTo>
                  <a:pt x="261" y="2121"/>
                </a:lnTo>
                <a:lnTo>
                  <a:pt x="262" y="2136"/>
                </a:lnTo>
                <a:lnTo>
                  <a:pt x="264" y="2150"/>
                </a:lnTo>
                <a:lnTo>
                  <a:pt x="269" y="2163"/>
                </a:lnTo>
                <a:lnTo>
                  <a:pt x="274" y="2174"/>
                </a:lnTo>
                <a:lnTo>
                  <a:pt x="280" y="2181"/>
                </a:lnTo>
                <a:lnTo>
                  <a:pt x="289" y="2185"/>
                </a:lnTo>
                <a:lnTo>
                  <a:pt x="298" y="2188"/>
                </a:lnTo>
                <a:lnTo>
                  <a:pt x="310" y="2189"/>
                </a:lnTo>
                <a:lnTo>
                  <a:pt x="322" y="2188"/>
                </a:lnTo>
                <a:lnTo>
                  <a:pt x="334" y="2185"/>
                </a:lnTo>
                <a:lnTo>
                  <a:pt x="346" y="2179"/>
                </a:lnTo>
                <a:lnTo>
                  <a:pt x="355" y="2170"/>
                </a:lnTo>
                <a:lnTo>
                  <a:pt x="363" y="2158"/>
                </a:lnTo>
                <a:lnTo>
                  <a:pt x="346" y="2160"/>
                </a:lnTo>
                <a:lnTo>
                  <a:pt x="332" y="2160"/>
                </a:lnTo>
                <a:lnTo>
                  <a:pt x="320" y="2157"/>
                </a:lnTo>
                <a:lnTo>
                  <a:pt x="312" y="2151"/>
                </a:lnTo>
                <a:lnTo>
                  <a:pt x="305" y="2144"/>
                </a:lnTo>
                <a:lnTo>
                  <a:pt x="302" y="2136"/>
                </a:lnTo>
                <a:lnTo>
                  <a:pt x="300" y="2126"/>
                </a:lnTo>
                <a:lnTo>
                  <a:pt x="302" y="2113"/>
                </a:lnTo>
                <a:lnTo>
                  <a:pt x="309" y="2101"/>
                </a:lnTo>
                <a:lnTo>
                  <a:pt x="320" y="2092"/>
                </a:lnTo>
                <a:lnTo>
                  <a:pt x="335" y="2086"/>
                </a:lnTo>
                <a:lnTo>
                  <a:pt x="355" y="2082"/>
                </a:lnTo>
                <a:lnTo>
                  <a:pt x="366" y="2084"/>
                </a:lnTo>
                <a:lnTo>
                  <a:pt x="377" y="2089"/>
                </a:lnTo>
                <a:lnTo>
                  <a:pt x="386" y="2099"/>
                </a:lnTo>
                <a:lnTo>
                  <a:pt x="393" y="2112"/>
                </a:lnTo>
                <a:lnTo>
                  <a:pt x="400" y="2127"/>
                </a:lnTo>
                <a:lnTo>
                  <a:pt x="405" y="2145"/>
                </a:lnTo>
                <a:lnTo>
                  <a:pt x="410" y="2163"/>
                </a:lnTo>
                <a:lnTo>
                  <a:pt x="411" y="2184"/>
                </a:lnTo>
                <a:lnTo>
                  <a:pt x="412" y="2204"/>
                </a:lnTo>
                <a:lnTo>
                  <a:pt x="413" y="2205"/>
                </a:lnTo>
                <a:lnTo>
                  <a:pt x="415" y="2205"/>
                </a:lnTo>
                <a:lnTo>
                  <a:pt x="419" y="2203"/>
                </a:lnTo>
                <a:lnTo>
                  <a:pt x="424" y="2202"/>
                </a:lnTo>
                <a:lnTo>
                  <a:pt x="431" y="2201"/>
                </a:lnTo>
                <a:lnTo>
                  <a:pt x="440" y="2201"/>
                </a:lnTo>
                <a:lnTo>
                  <a:pt x="450" y="2202"/>
                </a:lnTo>
                <a:lnTo>
                  <a:pt x="463" y="2205"/>
                </a:lnTo>
                <a:lnTo>
                  <a:pt x="477" y="2211"/>
                </a:lnTo>
                <a:lnTo>
                  <a:pt x="495" y="2219"/>
                </a:lnTo>
                <a:lnTo>
                  <a:pt x="487" y="2203"/>
                </a:lnTo>
                <a:lnTo>
                  <a:pt x="472" y="2173"/>
                </a:lnTo>
                <a:lnTo>
                  <a:pt x="467" y="2158"/>
                </a:lnTo>
                <a:lnTo>
                  <a:pt x="466" y="2144"/>
                </a:lnTo>
                <a:lnTo>
                  <a:pt x="466" y="2130"/>
                </a:lnTo>
                <a:lnTo>
                  <a:pt x="472" y="2117"/>
                </a:lnTo>
                <a:lnTo>
                  <a:pt x="474" y="2117"/>
                </a:lnTo>
                <a:lnTo>
                  <a:pt x="480" y="2119"/>
                </a:lnTo>
                <a:lnTo>
                  <a:pt x="490" y="2121"/>
                </a:lnTo>
                <a:lnTo>
                  <a:pt x="502" y="2126"/>
                </a:lnTo>
                <a:lnTo>
                  <a:pt x="516" y="2135"/>
                </a:lnTo>
                <a:lnTo>
                  <a:pt x="532" y="2146"/>
                </a:lnTo>
                <a:lnTo>
                  <a:pt x="546" y="2161"/>
                </a:lnTo>
                <a:lnTo>
                  <a:pt x="561" y="2181"/>
                </a:lnTo>
                <a:lnTo>
                  <a:pt x="559" y="2156"/>
                </a:lnTo>
                <a:lnTo>
                  <a:pt x="560" y="2133"/>
                </a:lnTo>
                <a:lnTo>
                  <a:pt x="564" y="2114"/>
                </a:lnTo>
                <a:lnTo>
                  <a:pt x="568" y="2097"/>
                </a:lnTo>
                <a:lnTo>
                  <a:pt x="575" y="2082"/>
                </a:lnTo>
                <a:lnTo>
                  <a:pt x="582" y="2069"/>
                </a:lnTo>
                <a:lnTo>
                  <a:pt x="589" y="2056"/>
                </a:lnTo>
                <a:lnTo>
                  <a:pt x="597" y="2044"/>
                </a:lnTo>
                <a:lnTo>
                  <a:pt x="606" y="2031"/>
                </a:lnTo>
                <a:lnTo>
                  <a:pt x="613" y="2019"/>
                </a:lnTo>
                <a:lnTo>
                  <a:pt x="619" y="2005"/>
                </a:lnTo>
                <a:lnTo>
                  <a:pt x="624" y="1989"/>
                </a:lnTo>
                <a:lnTo>
                  <a:pt x="628" y="1971"/>
                </a:lnTo>
                <a:close/>
                <a:moveTo>
                  <a:pt x="909" y="1961"/>
                </a:moveTo>
                <a:lnTo>
                  <a:pt x="904" y="1963"/>
                </a:lnTo>
                <a:lnTo>
                  <a:pt x="899" y="1968"/>
                </a:lnTo>
                <a:lnTo>
                  <a:pt x="896" y="1976"/>
                </a:lnTo>
                <a:lnTo>
                  <a:pt x="897" y="1985"/>
                </a:lnTo>
                <a:lnTo>
                  <a:pt x="901" y="1993"/>
                </a:lnTo>
                <a:lnTo>
                  <a:pt x="906" y="1998"/>
                </a:lnTo>
                <a:lnTo>
                  <a:pt x="913" y="2002"/>
                </a:lnTo>
                <a:lnTo>
                  <a:pt x="922" y="2003"/>
                </a:lnTo>
                <a:lnTo>
                  <a:pt x="929" y="2001"/>
                </a:lnTo>
                <a:lnTo>
                  <a:pt x="936" y="1996"/>
                </a:lnTo>
                <a:lnTo>
                  <a:pt x="939" y="1990"/>
                </a:lnTo>
                <a:lnTo>
                  <a:pt x="940" y="1983"/>
                </a:lnTo>
                <a:lnTo>
                  <a:pt x="938" y="1976"/>
                </a:lnTo>
                <a:lnTo>
                  <a:pt x="935" y="1969"/>
                </a:lnTo>
                <a:lnTo>
                  <a:pt x="928" y="1965"/>
                </a:lnTo>
                <a:lnTo>
                  <a:pt x="923" y="1962"/>
                </a:lnTo>
                <a:lnTo>
                  <a:pt x="915" y="1961"/>
                </a:lnTo>
                <a:lnTo>
                  <a:pt x="909" y="1961"/>
                </a:lnTo>
                <a:close/>
                <a:moveTo>
                  <a:pt x="840" y="1936"/>
                </a:moveTo>
                <a:lnTo>
                  <a:pt x="833" y="1938"/>
                </a:lnTo>
                <a:lnTo>
                  <a:pt x="828" y="1942"/>
                </a:lnTo>
                <a:lnTo>
                  <a:pt x="827" y="1949"/>
                </a:lnTo>
                <a:lnTo>
                  <a:pt x="827" y="1956"/>
                </a:lnTo>
                <a:lnTo>
                  <a:pt x="828" y="1963"/>
                </a:lnTo>
                <a:lnTo>
                  <a:pt x="832" y="1967"/>
                </a:lnTo>
                <a:lnTo>
                  <a:pt x="839" y="1970"/>
                </a:lnTo>
                <a:lnTo>
                  <a:pt x="848" y="1971"/>
                </a:lnTo>
                <a:lnTo>
                  <a:pt x="855" y="1970"/>
                </a:lnTo>
                <a:lnTo>
                  <a:pt x="860" y="1969"/>
                </a:lnTo>
                <a:lnTo>
                  <a:pt x="863" y="1967"/>
                </a:lnTo>
                <a:lnTo>
                  <a:pt x="867" y="1965"/>
                </a:lnTo>
                <a:lnTo>
                  <a:pt x="870" y="1960"/>
                </a:lnTo>
                <a:lnTo>
                  <a:pt x="871" y="1953"/>
                </a:lnTo>
                <a:lnTo>
                  <a:pt x="869" y="1945"/>
                </a:lnTo>
                <a:lnTo>
                  <a:pt x="865" y="1941"/>
                </a:lnTo>
                <a:lnTo>
                  <a:pt x="861" y="1938"/>
                </a:lnTo>
                <a:lnTo>
                  <a:pt x="854" y="1937"/>
                </a:lnTo>
                <a:lnTo>
                  <a:pt x="848" y="1936"/>
                </a:lnTo>
                <a:lnTo>
                  <a:pt x="840" y="1936"/>
                </a:lnTo>
                <a:close/>
                <a:moveTo>
                  <a:pt x="727" y="1851"/>
                </a:moveTo>
                <a:lnTo>
                  <a:pt x="716" y="1853"/>
                </a:lnTo>
                <a:lnTo>
                  <a:pt x="707" y="1856"/>
                </a:lnTo>
                <a:lnTo>
                  <a:pt x="701" y="1861"/>
                </a:lnTo>
                <a:lnTo>
                  <a:pt x="694" y="1873"/>
                </a:lnTo>
                <a:lnTo>
                  <a:pt x="687" y="1888"/>
                </a:lnTo>
                <a:lnTo>
                  <a:pt x="681" y="1904"/>
                </a:lnTo>
                <a:lnTo>
                  <a:pt x="670" y="1941"/>
                </a:lnTo>
                <a:lnTo>
                  <a:pt x="665" y="1960"/>
                </a:lnTo>
                <a:lnTo>
                  <a:pt x="662" y="1979"/>
                </a:lnTo>
                <a:lnTo>
                  <a:pt x="659" y="1997"/>
                </a:lnTo>
                <a:lnTo>
                  <a:pt x="657" y="2012"/>
                </a:lnTo>
                <a:lnTo>
                  <a:pt x="655" y="2026"/>
                </a:lnTo>
                <a:lnTo>
                  <a:pt x="656" y="2036"/>
                </a:lnTo>
                <a:lnTo>
                  <a:pt x="657" y="2042"/>
                </a:lnTo>
                <a:lnTo>
                  <a:pt x="660" y="2044"/>
                </a:lnTo>
                <a:lnTo>
                  <a:pt x="674" y="2041"/>
                </a:lnTo>
                <a:lnTo>
                  <a:pt x="690" y="2034"/>
                </a:lnTo>
                <a:lnTo>
                  <a:pt x="706" y="2025"/>
                </a:lnTo>
                <a:lnTo>
                  <a:pt x="721" y="2013"/>
                </a:lnTo>
                <a:lnTo>
                  <a:pt x="736" y="1998"/>
                </a:lnTo>
                <a:lnTo>
                  <a:pt x="750" y="1983"/>
                </a:lnTo>
                <a:lnTo>
                  <a:pt x="762" y="1966"/>
                </a:lnTo>
                <a:lnTo>
                  <a:pt x="773" y="1950"/>
                </a:lnTo>
                <a:lnTo>
                  <a:pt x="781" y="1933"/>
                </a:lnTo>
                <a:lnTo>
                  <a:pt x="787" y="1917"/>
                </a:lnTo>
                <a:lnTo>
                  <a:pt x="789" y="1902"/>
                </a:lnTo>
                <a:lnTo>
                  <a:pt x="788" y="1889"/>
                </a:lnTo>
                <a:lnTo>
                  <a:pt x="783" y="1877"/>
                </a:lnTo>
                <a:lnTo>
                  <a:pt x="775" y="1867"/>
                </a:lnTo>
                <a:lnTo>
                  <a:pt x="764" y="1860"/>
                </a:lnTo>
                <a:lnTo>
                  <a:pt x="751" y="1855"/>
                </a:lnTo>
                <a:lnTo>
                  <a:pt x="740" y="1852"/>
                </a:lnTo>
                <a:lnTo>
                  <a:pt x="727" y="1851"/>
                </a:lnTo>
                <a:close/>
                <a:moveTo>
                  <a:pt x="893" y="1824"/>
                </a:moveTo>
                <a:lnTo>
                  <a:pt x="886" y="1825"/>
                </a:lnTo>
                <a:lnTo>
                  <a:pt x="880" y="1828"/>
                </a:lnTo>
                <a:lnTo>
                  <a:pt x="874" y="1831"/>
                </a:lnTo>
                <a:lnTo>
                  <a:pt x="870" y="1838"/>
                </a:lnTo>
                <a:lnTo>
                  <a:pt x="865" y="1847"/>
                </a:lnTo>
                <a:lnTo>
                  <a:pt x="861" y="1858"/>
                </a:lnTo>
                <a:lnTo>
                  <a:pt x="860" y="1868"/>
                </a:lnTo>
                <a:lnTo>
                  <a:pt x="862" y="1877"/>
                </a:lnTo>
                <a:lnTo>
                  <a:pt x="870" y="1887"/>
                </a:lnTo>
                <a:lnTo>
                  <a:pt x="881" y="1898"/>
                </a:lnTo>
                <a:lnTo>
                  <a:pt x="895" y="1909"/>
                </a:lnTo>
                <a:lnTo>
                  <a:pt x="914" y="1919"/>
                </a:lnTo>
                <a:lnTo>
                  <a:pt x="934" y="1929"/>
                </a:lnTo>
                <a:lnTo>
                  <a:pt x="956" y="1938"/>
                </a:lnTo>
                <a:lnTo>
                  <a:pt x="980" y="1944"/>
                </a:lnTo>
                <a:lnTo>
                  <a:pt x="994" y="1947"/>
                </a:lnTo>
                <a:lnTo>
                  <a:pt x="1006" y="1948"/>
                </a:lnTo>
                <a:lnTo>
                  <a:pt x="1014" y="1946"/>
                </a:lnTo>
                <a:lnTo>
                  <a:pt x="1020" y="1943"/>
                </a:lnTo>
                <a:lnTo>
                  <a:pt x="1024" y="1938"/>
                </a:lnTo>
                <a:lnTo>
                  <a:pt x="1025" y="1934"/>
                </a:lnTo>
                <a:lnTo>
                  <a:pt x="1025" y="1929"/>
                </a:lnTo>
                <a:lnTo>
                  <a:pt x="1024" y="1925"/>
                </a:lnTo>
                <a:lnTo>
                  <a:pt x="1024" y="1922"/>
                </a:lnTo>
                <a:lnTo>
                  <a:pt x="1023" y="1920"/>
                </a:lnTo>
                <a:lnTo>
                  <a:pt x="1015" y="1913"/>
                </a:lnTo>
                <a:lnTo>
                  <a:pt x="1003" y="1908"/>
                </a:lnTo>
                <a:lnTo>
                  <a:pt x="989" y="1904"/>
                </a:lnTo>
                <a:lnTo>
                  <a:pt x="972" y="1900"/>
                </a:lnTo>
                <a:lnTo>
                  <a:pt x="955" y="1896"/>
                </a:lnTo>
                <a:lnTo>
                  <a:pt x="939" y="1892"/>
                </a:lnTo>
                <a:lnTo>
                  <a:pt x="926" y="1889"/>
                </a:lnTo>
                <a:lnTo>
                  <a:pt x="915" y="1884"/>
                </a:lnTo>
                <a:lnTo>
                  <a:pt x="909" y="1878"/>
                </a:lnTo>
                <a:lnTo>
                  <a:pt x="905" y="1871"/>
                </a:lnTo>
                <a:lnTo>
                  <a:pt x="904" y="1861"/>
                </a:lnTo>
                <a:lnTo>
                  <a:pt x="905" y="1853"/>
                </a:lnTo>
                <a:lnTo>
                  <a:pt x="907" y="1845"/>
                </a:lnTo>
                <a:lnTo>
                  <a:pt x="908" y="1837"/>
                </a:lnTo>
                <a:lnTo>
                  <a:pt x="907" y="1831"/>
                </a:lnTo>
                <a:lnTo>
                  <a:pt x="904" y="1827"/>
                </a:lnTo>
                <a:lnTo>
                  <a:pt x="899" y="1824"/>
                </a:lnTo>
                <a:lnTo>
                  <a:pt x="893" y="1824"/>
                </a:lnTo>
                <a:close/>
                <a:moveTo>
                  <a:pt x="740" y="1762"/>
                </a:moveTo>
                <a:lnTo>
                  <a:pt x="727" y="1764"/>
                </a:lnTo>
                <a:lnTo>
                  <a:pt x="714" y="1767"/>
                </a:lnTo>
                <a:lnTo>
                  <a:pt x="701" y="1770"/>
                </a:lnTo>
                <a:lnTo>
                  <a:pt x="677" y="1781"/>
                </a:lnTo>
                <a:lnTo>
                  <a:pt x="664" y="1790"/>
                </a:lnTo>
                <a:lnTo>
                  <a:pt x="652" y="1797"/>
                </a:lnTo>
                <a:lnTo>
                  <a:pt x="639" y="1806"/>
                </a:lnTo>
                <a:lnTo>
                  <a:pt x="629" y="1814"/>
                </a:lnTo>
                <a:lnTo>
                  <a:pt x="620" y="1821"/>
                </a:lnTo>
                <a:lnTo>
                  <a:pt x="615" y="1827"/>
                </a:lnTo>
                <a:lnTo>
                  <a:pt x="609" y="1835"/>
                </a:lnTo>
                <a:lnTo>
                  <a:pt x="606" y="1844"/>
                </a:lnTo>
                <a:lnTo>
                  <a:pt x="604" y="1852"/>
                </a:lnTo>
                <a:lnTo>
                  <a:pt x="602" y="1861"/>
                </a:lnTo>
                <a:lnTo>
                  <a:pt x="619" y="1854"/>
                </a:lnTo>
                <a:lnTo>
                  <a:pt x="630" y="1849"/>
                </a:lnTo>
                <a:lnTo>
                  <a:pt x="644" y="1844"/>
                </a:lnTo>
                <a:lnTo>
                  <a:pt x="661" y="1838"/>
                </a:lnTo>
                <a:lnTo>
                  <a:pt x="679" y="1833"/>
                </a:lnTo>
                <a:lnTo>
                  <a:pt x="698" y="1828"/>
                </a:lnTo>
                <a:lnTo>
                  <a:pt x="719" y="1824"/>
                </a:lnTo>
                <a:lnTo>
                  <a:pt x="740" y="1822"/>
                </a:lnTo>
                <a:lnTo>
                  <a:pt x="762" y="1822"/>
                </a:lnTo>
                <a:lnTo>
                  <a:pt x="783" y="1823"/>
                </a:lnTo>
                <a:lnTo>
                  <a:pt x="781" y="1812"/>
                </a:lnTo>
                <a:lnTo>
                  <a:pt x="778" y="1800"/>
                </a:lnTo>
                <a:lnTo>
                  <a:pt x="775" y="1789"/>
                </a:lnTo>
                <a:lnTo>
                  <a:pt x="773" y="1779"/>
                </a:lnTo>
                <a:lnTo>
                  <a:pt x="767" y="1770"/>
                </a:lnTo>
                <a:lnTo>
                  <a:pt x="761" y="1766"/>
                </a:lnTo>
                <a:lnTo>
                  <a:pt x="751" y="1763"/>
                </a:lnTo>
                <a:lnTo>
                  <a:pt x="740" y="1762"/>
                </a:lnTo>
                <a:close/>
                <a:moveTo>
                  <a:pt x="362" y="1738"/>
                </a:moveTo>
                <a:lnTo>
                  <a:pt x="341" y="1739"/>
                </a:lnTo>
                <a:lnTo>
                  <a:pt x="323" y="1740"/>
                </a:lnTo>
                <a:lnTo>
                  <a:pt x="307" y="1743"/>
                </a:lnTo>
                <a:lnTo>
                  <a:pt x="293" y="1747"/>
                </a:lnTo>
                <a:lnTo>
                  <a:pt x="284" y="1751"/>
                </a:lnTo>
                <a:lnTo>
                  <a:pt x="274" y="1760"/>
                </a:lnTo>
                <a:lnTo>
                  <a:pt x="266" y="1771"/>
                </a:lnTo>
                <a:lnTo>
                  <a:pt x="261" y="1783"/>
                </a:lnTo>
                <a:lnTo>
                  <a:pt x="258" y="1795"/>
                </a:lnTo>
                <a:lnTo>
                  <a:pt x="257" y="1806"/>
                </a:lnTo>
                <a:lnTo>
                  <a:pt x="256" y="1815"/>
                </a:lnTo>
                <a:lnTo>
                  <a:pt x="256" y="1823"/>
                </a:lnTo>
                <a:lnTo>
                  <a:pt x="258" y="1818"/>
                </a:lnTo>
                <a:lnTo>
                  <a:pt x="261" y="1812"/>
                </a:lnTo>
                <a:lnTo>
                  <a:pt x="266" y="1806"/>
                </a:lnTo>
                <a:lnTo>
                  <a:pt x="271" y="1800"/>
                </a:lnTo>
                <a:lnTo>
                  <a:pt x="278" y="1794"/>
                </a:lnTo>
                <a:lnTo>
                  <a:pt x="287" y="1789"/>
                </a:lnTo>
                <a:lnTo>
                  <a:pt x="296" y="1786"/>
                </a:lnTo>
                <a:lnTo>
                  <a:pt x="308" y="1785"/>
                </a:lnTo>
                <a:lnTo>
                  <a:pt x="321" y="1789"/>
                </a:lnTo>
                <a:lnTo>
                  <a:pt x="332" y="1795"/>
                </a:lnTo>
                <a:lnTo>
                  <a:pt x="339" y="1801"/>
                </a:lnTo>
                <a:lnTo>
                  <a:pt x="343" y="1807"/>
                </a:lnTo>
                <a:lnTo>
                  <a:pt x="343" y="1813"/>
                </a:lnTo>
                <a:lnTo>
                  <a:pt x="341" y="1819"/>
                </a:lnTo>
                <a:lnTo>
                  <a:pt x="338" y="1823"/>
                </a:lnTo>
                <a:lnTo>
                  <a:pt x="289" y="1892"/>
                </a:lnTo>
                <a:lnTo>
                  <a:pt x="338" y="1915"/>
                </a:lnTo>
                <a:lnTo>
                  <a:pt x="352" y="1900"/>
                </a:lnTo>
                <a:lnTo>
                  <a:pt x="364" y="1885"/>
                </a:lnTo>
                <a:lnTo>
                  <a:pt x="375" y="1872"/>
                </a:lnTo>
                <a:lnTo>
                  <a:pt x="387" y="1861"/>
                </a:lnTo>
                <a:lnTo>
                  <a:pt x="401" y="1850"/>
                </a:lnTo>
                <a:lnTo>
                  <a:pt x="421" y="1839"/>
                </a:lnTo>
                <a:lnTo>
                  <a:pt x="431" y="1838"/>
                </a:lnTo>
                <a:lnTo>
                  <a:pt x="440" y="1837"/>
                </a:lnTo>
                <a:lnTo>
                  <a:pt x="449" y="1839"/>
                </a:lnTo>
                <a:lnTo>
                  <a:pt x="459" y="1845"/>
                </a:lnTo>
                <a:lnTo>
                  <a:pt x="470" y="1854"/>
                </a:lnTo>
                <a:lnTo>
                  <a:pt x="477" y="1861"/>
                </a:lnTo>
                <a:lnTo>
                  <a:pt x="481" y="1870"/>
                </a:lnTo>
                <a:lnTo>
                  <a:pt x="485" y="1879"/>
                </a:lnTo>
                <a:lnTo>
                  <a:pt x="487" y="1889"/>
                </a:lnTo>
                <a:lnTo>
                  <a:pt x="486" y="1898"/>
                </a:lnTo>
                <a:lnTo>
                  <a:pt x="484" y="1907"/>
                </a:lnTo>
                <a:lnTo>
                  <a:pt x="478" y="1916"/>
                </a:lnTo>
                <a:lnTo>
                  <a:pt x="470" y="1922"/>
                </a:lnTo>
                <a:lnTo>
                  <a:pt x="458" y="1927"/>
                </a:lnTo>
                <a:lnTo>
                  <a:pt x="447" y="1927"/>
                </a:lnTo>
                <a:lnTo>
                  <a:pt x="437" y="1925"/>
                </a:lnTo>
                <a:lnTo>
                  <a:pt x="428" y="1920"/>
                </a:lnTo>
                <a:lnTo>
                  <a:pt x="422" y="1911"/>
                </a:lnTo>
                <a:lnTo>
                  <a:pt x="416" y="1902"/>
                </a:lnTo>
                <a:lnTo>
                  <a:pt x="412" y="1892"/>
                </a:lnTo>
                <a:lnTo>
                  <a:pt x="410" y="1894"/>
                </a:lnTo>
                <a:lnTo>
                  <a:pt x="406" y="1899"/>
                </a:lnTo>
                <a:lnTo>
                  <a:pt x="401" y="1905"/>
                </a:lnTo>
                <a:lnTo>
                  <a:pt x="398" y="1912"/>
                </a:lnTo>
                <a:lnTo>
                  <a:pt x="396" y="1921"/>
                </a:lnTo>
                <a:lnTo>
                  <a:pt x="395" y="1930"/>
                </a:lnTo>
                <a:lnTo>
                  <a:pt x="398" y="1939"/>
                </a:lnTo>
                <a:lnTo>
                  <a:pt x="404" y="1949"/>
                </a:lnTo>
                <a:lnTo>
                  <a:pt x="415" y="1957"/>
                </a:lnTo>
                <a:lnTo>
                  <a:pt x="425" y="1961"/>
                </a:lnTo>
                <a:lnTo>
                  <a:pt x="439" y="1965"/>
                </a:lnTo>
                <a:lnTo>
                  <a:pt x="455" y="1967"/>
                </a:lnTo>
                <a:lnTo>
                  <a:pt x="471" y="1968"/>
                </a:lnTo>
                <a:lnTo>
                  <a:pt x="489" y="1968"/>
                </a:lnTo>
                <a:lnTo>
                  <a:pt x="508" y="1967"/>
                </a:lnTo>
                <a:lnTo>
                  <a:pt x="526" y="1964"/>
                </a:lnTo>
                <a:lnTo>
                  <a:pt x="544" y="1960"/>
                </a:lnTo>
                <a:lnTo>
                  <a:pt x="561" y="1954"/>
                </a:lnTo>
                <a:lnTo>
                  <a:pt x="575" y="1947"/>
                </a:lnTo>
                <a:lnTo>
                  <a:pt x="587" y="1938"/>
                </a:lnTo>
                <a:lnTo>
                  <a:pt x="596" y="1927"/>
                </a:lnTo>
                <a:lnTo>
                  <a:pt x="601" y="1914"/>
                </a:lnTo>
                <a:lnTo>
                  <a:pt x="602" y="1900"/>
                </a:lnTo>
                <a:lnTo>
                  <a:pt x="599" y="1895"/>
                </a:lnTo>
                <a:lnTo>
                  <a:pt x="592" y="1891"/>
                </a:lnTo>
                <a:lnTo>
                  <a:pt x="581" y="1886"/>
                </a:lnTo>
                <a:lnTo>
                  <a:pt x="568" y="1882"/>
                </a:lnTo>
                <a:lnTo>
                  <a:pt x="554" y="1877"/>
                </a:lnTo>
                <a:lnTo>
                  <a:pt x="538" y="1872"/>
                </a:lnTo>
                <a:lnTo>
                  <a:pt x="524" y="1867"/>
                </a:lnTo>
                <a:lnTo>
                  <a:pt x="511" y="1861"/>
                </a:lnTo>
                <a:lnTo>
                  <a:pt x="526" y="1851"/>
                </a:lnTo>
                <a:lnTo>
                  <a:pt x="536" y="1847"/>
                </a:lnTo>
                <a:lnTo>
                  <a:pt x="543" y="1842"/>
                </a:lnTo>
                <a:lnTo>
                  <a:pt x="550" y="1837"/>
                </a:lnTo>
                <a:lnTo>
                  <a:pt x="554" y="1831"/>
                </a:lnTo>
                <a:lnTo>
                  <a:pt x="553" y="1823"/>
                </a:lnTo>
                <a:lnTo>
                  <a:pt x="543" y="1806"/>
                </a:lnTo>
                <a:lnTo>
                  <a:pt x="530" y="1790"/>
                </a:lnTo>
                <a:lnTo>
                  <a:pt x="513" y="1776"/>
                </a:lnTo>
                <a:lnTo>
                  <a:pt x="495" y="1765"/>
                </a:lnTo>
                <a:lnTo>
                  <a:pt x="474" y="1757"/>
                </a:lnTo>
                <a:lnTo>
                  <a:pt x="452" y="1749"/>
                </a:lnTo>
                <a:lnTo>
                  <a:pt x="429" y="1744"/>
                </a:lnTo>
                <a:lnTo>
                  <a:pt x="406" y="1740"/>
                </a:lnTo>
                <a:lnTo>
                  <a:pt x="383" y="1739"/>
                </a:lnTo>
                <a:lnTo>
                  <a:pt x="362" y="1738"/>
                </a:lnTo>
                <a:close/>
                <a:moveTo>
                  <a:pt x="589" y="1671"/>
                </a:moveTo>
                <a:lnTo>
                  <a:pt x="583" y="1674"/>
                </a:lnTo>
                <a:lnTo>
                  <a:pt x="575" y="1680"/>
                </a:lnTo>
                <a:lnTo>
                  <a:pt x="565" y="1686"/>
                </a:lnTo>
                <a:lnTo>
                  <a:pt x="554" y="1694"/>
                </a:lnTo>
                <a:lnTo>
                  <a:pt x="543" y="1702"/>
                </a:lnTo>
                <a:lnTo>
                  <a:pt x="532" y="1710"/>
                </a:lnTo>
                <a:lnTo>
                  <a:pt x="521" y="1718"/>
                </a:lnTo>
                <a:lnTo>
                  <a:pt x="511" y="1724"/>
                </a:lnTo>
                <a:lnTo>
                  <a:pt x="513" y="1727"/>
                </a:lnTo>
                <a:lnTo>
                  <a:pt x="518" y="1733"/>
                </a:lnTo>
                <a:lnTo>
                  <a:pt x="523" y="1740"/>
                </a:lnTo>
                <a:lnTo>
                  <a:pt x="532" y="1747"/>
                </a:lnTo>
                <a:lnTo>
                  <a:pt x="542" y="1755"/>
                </a:lnTo>
                <a:lnTo>
                  <a:pt x="553" y="1762"/>
                </a:lnTo>
                <a:lnTo>
                  <a:pt x="565" y="1768"/>
                </a:lnTo>
                <a:lnTo>
                  <a:pt x="579" y="1772"/>
                </a:lnTo>
                <a:lnTo>
                  <a:pt x="595" y="1773"/>
                </a:lnTo>
                <a:lnTo>
                  <a:pt x="610" y="1770"/>
                </a:lnTo>
                <a:lnTo>
                  <a:pt x="627" y="1762"/>
                </a:lnTo>
                <a:lnTo>
                  <a:pt x="626" y="1760"/>
                </a:lnTo>
                <a:lnTo>
                  <a:pt x="621" y="1743"/>
                </a:lnTo>
                <a:lnTo>
                  <a:pt x="618" y="1731"/>
                </a:lnTo>
                <a:lnTo>
                  <a:pt x="614" y="1718"/>
                </a:lnTo>
                <a:lnTo>
                  <a:pt x="609" y="1705"/>
                </a:lnTo>
                <a:lnTo>
                  <a:pt x="606" y="1692"/>
                </a:lnTo>
                <a:lnTo>
                  <a:pt x="601" y="1682"/>
                </a:lnTo>
                <a:lnTo>
                  <a:pt x="597" y="1674"/>
                </a:lnTo>
                <a:lnTo>
                  <a:pt x="594" y="1671"/>
                </a:lnTo>
                <a:lnTo>
                  <a:pt x="589" y="1671"/>
                </a:lnTo>
                <a:close/>
                <a:moveTo>
                  <a:pt x="915" y="1643"/>
                </a:moveTo>
                <a:lnTo>
                  <a:pt x="907" y="1646"/>
                </a:lnTo>
                <a:lnTo>
                  <a:pt x="902" y="1651"/>
                </a:lnTo>
                <a:lnTo>
                  <a:pt x="898" y="1658"/>
                </a:lnTo>
                <a:lnTo>
                  <a:pt x="897" y="1665"/>
                </a:lnTo>
                <a:lnTo>
                  <a:pt x="898" y="1672"/>
                </a:lnTo>
                <a:lnTo>
                  <a:pt x="901" y="1676"/>
                </a:lnTo>
                <a:lnTo>
                  <a:pt x="906" y="1678"/>
                </a:lnTo>
                <a:lnTo>
                  <a:pt x="916" y="1680"/>
                </a:lnTo>
                <a:lnTo>
                  <a:pt x="929" y="1680"/>
                </a:lnTo>
                <a:lnTo>
                  <a:pt x="944" y="1682"/>
                </a:lnTo>
                <a:lnTo>
                  <a:pt x="960" y="1684"/>
                </a:lnTo>
                <a:lnTo>
                  <a:pt x="976" y="1685"/>
                </a:lnTo>
                <a:lnTo>
                  <a:pt x="990" y="1686"/>
                </a:lnTo>
                <a:lnTo>
                  <a:pt x="985" y="1679"/>
                </a:lnTo>
                <a:lnTo>
                  <a:pt x="981" y="1670"/>
                </a:lnTo>
                <a:lnTo>
                  <a:pt x="976" y="1663"/>
                </a:lnTo>
                <a:lnTo>
                  <a:pt x="970" y="1659"/>
                </a:lnTo>
                <a:lnTo>
                  <a:pt x="964" y="1657"/>
                </a:lnTo>
                <a:lnTo>
                  <a:pt x="956" y="1653"/>
                </a:lnTo>
                <a:lnTo>
                  <a:pt x="946" y="1649"/>
                </a:lnTo>
                <a:lnTo>
                  <a:pt x="935" y="1647"/>
                </a:lnTo>
                <a:lnTo>
                  <a:pt x="925" y="1644"/>
                </a:lnTo>
                <a:lnTo>
                  <a:pt x="915" y="1643"/>
                </a:lnTo>
                <a:close/>
                <a:moveTo>
                  <a:pt x="517" y="1641"/>
                </a:moveTo>
                <a:lnTo>
                  <a:pt x="508" y="1641"/>
                </a:lnTo>
                <a:lnTo>
                  <a:pt x="496" y="1641"/>
                </a:lnTo>
                <a:lnTo>
                  <a:pt x="479" y="1642"/>
                </a:lnTo>
                <a:lnTo>
                  <a:pt x="461" y="1643"/>
                </a:lnTo>
                <a:lnTo>
                  <a:pt x="441" y="1645"/>
                </a:lnTo>
                <a:lnTo>
                  <a:pt x="402" y="1647"/>
                </a:lnTo>
                <a:lnTo>
                  <a:pt x="385" y="1647"/>
                </a:lnTo>
                <a:lnTo>
                  <a:pt x="371" y="1648"/>
                </a:lnTo>
                <a:lnTo>
                  <a:pt x="383" y="1659"/>
                </a:lnTo>
                <a:lnTo>
                  <a:pt x="392" y="1667"/>
                </a:lnTo>
                <a:lnTo>
                  <a:pt x="403" y="1674"/>
                </a:lnTo>
                <a:lnTo>
                  <a:pt x="415" y="1684"/>
                </a:lnTo>
                <a:lnTo>
                  <a:pt x="427" y="1691"/>
                </a:lnTo>
                <a:lnTo>
                  <a:pt x="438" y="1699"/>
                </a:lnTo>
                <a:lnTo>
                  <a:pt x="449" y="1706"/>
                </a:lnTo>
                <a:lnTo>
                  <a:pt x="457" y="1710"/>
                </a:lnTo>
                <a:lnTo>
                  <a:pt x="466" y="1707"/>
                </a:lnTo>
                <a:lnTo>
                  <a:pt x="477" y="1704"/>
                </a:lnTo>
                <a:lnTo>
                  <a:pt x="488" y="1698"/>
                </a:lnTo>
                <a:lnTo>
                  <a:pt x="499" y="1689"/>
                </a:lnTo>
                <a:lnTo>
                  <a:pt x="506" y="1672"/>
                </a:lnTo>
                <a:lnTo>
                  <a:pt x="510" y="1663"/>
                </a:lnTo>
                <a:lnTo>
                  <a:pt x="514" y="1654"/>
                </a:lnTo>
                <a:lnTo>
                  <a:pt x="517" y="1647"/>
                </a:lnTo>
                <a:lnTo>
                  <a:pt x="519" y="1642"/>
                </a:lnTo>
                <a:lnTo>
                  <a:pt x="520" y="1641"/>
                </a:lnTo>
                <a:lnTo>
                  <a:pt x="517" y="1641"/>
                </a:lnTo>
                <a:close/>
                <a:moveTo>
                  <a:pt x="737" y="1636"/>
                </a:moveTo>
                <a:lnTo>
                  <a:pt x="718" y="1638"/>
                </a:lnTo>
                <a:lnTo>
                  <a:pt x="707" y="1642"/>
                </a:lnTo>
                <a:lnTo>
                  <a:pt x="696" y="1647"/>
                </a:lnTo>
                <a:lnTo>
                  <a:pt x="687" y="1655"/>
                </a:lnTo>
                <a:lnTo>
                  <a:pt x="679" y="1663"/>
                </a:lnTo>
                <a:lnTo>
                  <a:pt x="674" y="1673"/>
                </a:lnTo>
                <a:lnTo>
                  <a:pt x="671" y="1683"/>
                </a:lnTo>
                <a:lnTo>
                  <a:pt x="670" y="1694"/>
                </a:lnTo>
                <a:lnTo>
                  <a:pt x="674" y="1704"/>
                </a:lnTo>
                <a:lnTo>
                  <a:pt x="681" y="1714"/>
                </a:lnTo>
                <a:lnTo>
                  <a:pt x="693" y="1724"/>
                </a:lnTo>
                <a:lnTo>
                  <a:pt x="686" y="1713"/>
                </a:lnTo>
                <a:lnTo>
                  <a:pt x="683" y="1704"/>
                </a:lnTo>
                <a:lnTo>
                  <a:pt x="682" y="1696"/>
                </a:lnTo>
                <a:lnTo>
                  <a:pt x="684" y="1691"/>
                </a:lnTo>
                <a:lnTo>
                  <a:pt x="687" y="1686"/>
                </a:lnTo>
                <a:lnTo>
                  <a:pt x="691" y="1683"/>
                </a:lnTo>
                <a:lnTo>
                  <a:pt x="696" y="1680"/>
                </a:lnTo>
                <a:lnTo>
                  <a:pt x="706" y="1674"/>
                </a:lnTo>
                <a:lnTo>
                  <a:pt x="717" y="1673"/>
                </a:lnTo>
                <a:lnTo>
                  <a:pt x="729" y="1674"/>
                </a:lnTo>
                <a:lnTo>
                  <a:pt x="740" y="1675"/>
                </a:lnTo>
                <a:lnTo>
                  <a:pt x="749" y="1678"/>
                </a:lnTo>
                <a:lnTo>
                  <a:pt x="756" y="1680"/>
                </a:lnTo>
                <a:lnTo>
                  <a:pt x="763" y="1684"/>
                </a:lnTo>
                <a:lnTo>
                  <a:pt x="762" y="1699"/>
                </a:lnTo>
                <a:lnTo>
                  <a:pt x="762" y="1711"/>
                </a:lnTo>
                <a:lnTo>
                  <a:pt x="767" y="1721"/>
                </a:lnTo>
                <a:lnTo>
                  <a:pt x="773" y="1729"/>
                </a:lnTo>
                <a:lnTo>
                  <a:pt x="787" y="1743"/>
                </a:lnTo>
                <a:lnTo>
                  <a:pt x="796" y="1750"/>
                </a:lnTo>
                <a:lnTo>
                  <a:pt x="805" y="1757"/>
                </a:lnTo>
                <a:lnTo>
                  <a:pt x="812" y="1765"/>
                </a:lnTo>
                <a:lnTo>
                  <a:pt x="818" y="1774"/>
                </a:lnTo>
                <a:lnTo>
                  <a:pt x="823" y="1786"/>
                </a:lnTo>
                <a:lnTo>
                  <a:pt x="825" y="1801"/>
                </a:lnTo>
                <a:lnTo>
                  <a:pt x="833" y="1800"/>
                </a:lnTo>
                <a:lnTo>
                  <a:pt x="843" y="1798"/>
                </a:lnTo>
                <a:lnTo>
                  <a:pt x="854" y="1796"/>
                </a:lnTo>
                <a:lnTo>
                  <a:pt x="864" y="1793"/>
                </a:lnTo>
                <a:lnTo>
                  <a:pt x="873" y="1790"/>
                </a:lnTo>
                <a:lnTo>
                  <a:pt x="880" y="1784"/>
                </a:lnTo>
                <a:lnTo>
                  <a:pt x="883" y="1777"/>
                </a:lnTo>
                <a:lnTo>
                  <a:pt x="886" y="1764"/>
                </a:lnTo>
                <a:lnTo>
                  <a:pt x="887" y="1750"/>
                </a:lnTo>
                <a:lnTo>
                  <a:pt x="886" y="1735"/>
                </a:lnTo>
                <a:lnTo>
                  <a:pt x="882" y="1720"/>
                </a:lnTo>
                <a:lnTo>
                  <a:pt x="876" y="1711"/>
                </a:lnTo>
                <a:lnTo>
                  <a:pt x="867" y="1701"/>
                </a:lnTo>
                <a:lnTo>
                  <a:pt x="856" y="1690"/>
                </a:lnTo>
                <a:lnTo>
                  <a:pt x="843" y="1680"/>
                </a:lnTo>
                <a:lnTo>
                  <a:pt x="831" y="1670"/>
                </a:lnTo>
                <a:lnTo>
                  <a:pt x="818" y="1662"/>
                </a:lnTo>
                <a:lnTo>
                  <a:pt x="808" y="1656"/>
                </a:lnTo>
                <a:lnTo>
                  <a:pt x="793" y="1648"/>
                </a:lnTo>
                <a:lnTo>
                  <a:pt x="775" y="1641"/>
                </a:lnTo>
                <a:lnTo>
                  <a:pt x="756" y="1637"/>
                </a:lnTo>
                <a:lnTo>
                  <a:pt x="737" y="1636"/>
                </a:lnTo>
                <a:close/>
                <a:moveTo>
                  <a:pt x="289" y="1557"/>
                </a:moveTo>
                <a:lnTo>
                  <a:pt x="338" y="1625"/>
                </a:lnTo>
                <a:lnTo>
                  <a:pt x="366" y="1622"/>
                </a:lnTo>
                <a:lnTo>
                  <a:pt x="389" y="1617"/>
                </a:lnTo>
                <a:lnTo>
                  <a:pt x="411" y="1610"/>
                </a:lnTo>
                <a:lnTo>
                  <a:pt x="429" y="1600"/>
                </a:lnTo>
                <a:lnTo>
                  <a:pt x="445" y="1587"/>
                </a:lnTo>
                <a:lnTo>
                  <a:pt x="289" y="1557"/>
                </a:lnTo>
                <a:close/>
                <a:moveTo>
                  <a:pt x="247" y="1427"/>
                </a:moveTo>
                <a:lnTo>
                  <a:pt x="272" y="1511"/>
                </a:lnTo>
                <a:lnTo>
                  <a:pt x="363" y="1511"/>
                </a:lnTo>
                <a:lnTo>
                  <a:pt x="363" y="1496"/>
                </a:lnTo>
                <a:lnTo>
                  <a:pt x="247" y="1427"/>
                </a:lnTo>
                <a:close/>
                <a:moveTo>
                  <a:pt x="826" y="1425"/>
                </a:moveTo>
                <a:lnTo>
                  <a:pt x="816" y="1426"/>
                </a:lnTo>
                <a:lnTo>
                  <a:pt x="805" y="1427"/>
                </a:lnTo>
                <a:lnTo>
                  <a:pt x="783" y="1433"/>
                </a:lnTo>
                <a:lnTo>
                  <a:pt x="773" y="1437"/>
                </a:lnTo>
                <a:lnTo>
                  <a:pt x="763" y="1442"/>
                </a:lnTo>
                <a:lnTo>
                  <a:pt x="755" y="1449"/>
                </a:lnTo>
                <a:lnTo>
                  <a:pt x="748" y="1457"/>
                </a:lnTo>
                <a:lnTo>
                  <a:pt x="743" y="1468"/>
                </a:lnTo>
                <a:lnTo>
                  <a:pt x="741" y="1481"/>
                </a:lnTo>
                <a:lnTo>
                  <a:pt x="742" y="1496"/>
                </a:lnTo>
                <a:lnTo>
                  <a:pt x="747" y="1507"/>
                </a:lnTo>
                <a:lnTo>
                  <a:pt x="753" y="1515"/>
                </a:lnTo>
                <a:lnTo>
                  <a:pt x="762" y="1521"/>
                </a:lnTo>
                <a:lnTo>
                  <a:pt x="771" y="1524"/>
                </a:lnTo>
                <a:lnTo>
                  <a:pt x="781" y="1526"/>
                </a:lnTo>
                <a:lnTo>
                  <a:pt x="790" y="1526"/>
                </a:lnTo>
                <a:lnTo>
                  <a:pt x="800" y="1526"/>
                </a:lnTo>
                <a:lnTo>
                  <a:pt x="799" y="1525"/>
                </a:lnTo>
                <a:lnTo>
                  <a:pt x="796" y="1521"/>
                </a:lnTo>
                <a:lnTo>
                  <a:pt x="794" y="1515"/>
                </a:lnTo>
                <a:lnTo>
                  <a:pt x="793" y="1507"/>
                </a:lnTo>
                <a:lnTo>
                  <a:pt x="794" y="1498"/>
                </a:lnTo>
                <a:lnTo>
                  <a:pt x="800" y="1488"/>
                </a:lnTo>
                <a:lnTo>
                  <a:pt x="808" y="1481"/>
                </a:lnTo>
                <a:lnTo>
                  <a:pt x="817" y="1476"/>
                </a:lnTo>
                <a:lnTo>
                  <a:pt x="827" y="1473"/>
                </a:lnTo>
                <a:lnTo>
                  <a:pt x="838" y="1473"/>
                </a:lnTo>
                <a:lnTo>
                  <a:pt x="849" y="1477"/>
                </a:lnTo>
                <a:lnTo>
                  <a:pt x="858" y="1482"/>
                </a:lnTo>
                <a:lnTo>
                  <a:pt x="866" y="1493"/>
                </a:lnTo>
                <a:lnTo>
                  <a:pt x="873" y="1510"/>
                </a:lnTo>
                <a:lnTo>
                  <a:pt x="875" y="1527"/>
                </a:lnTo>
                <a:lnTo>
                  <a:pt x="871" y="1543"/>
                </a:lnTo>
                <a:lnTo>
                  <a:pt x="864" y="1558"/>
                </a:lnTo>
                <a:lnTo>
                  <a:pt x="852" y="1571"/>
                </a:lnTo>
                <a:lnTo>
                  <a:pt x="837" y="1581"/>
                </a:lnTo>
                <a:lnTo>
                  <a:pt x="819" y="1589"/>
                </a:lnTo>
                <a:lnTo>
                  <a:pt x="801" y="1594"/>
                </a:lnTo>
                <a:lnTo>
                  <a:pt x="781" y="1596"/>
                </a:lnTo>
                <a:lnTo>
                  <a:pt x="762" y="1593"/>
                </a:lnTo>
                <a:lnTo>
                  <a:pt x="742" y="1587"/>
                </a:lnTo>
                <a:lnTo>
                  <a:pt x="729" y="1581"/>
                </a:lnTo>
                <a:lnTo>
                  <a:pt x="720" y="1575"/>
                </a:lnTo>
                <a:lnTo>
                  <a:pt x="707" y="1562"/>
                </a:lnTo>
                <a:lnTo>
                  <a:pt x="701" y="1553"/>
                </a:lnTo>
                <a:lnTo>
                  <a:pt x="693" y="1542"/>
                </a:lnTo>
                <a:lnTo>
                  <a:pt x="685" y="1527"/>
                </a:lnTo>
                <a:lnTo>
                  <a:pt x="680" y="1515"/>
                </a:lnTo>
                <a:lnTo>
                  <a:pt x="679" y="1503"/>
                </a:lnTo>
                <a:lnTo>
                  <a:pt x="681" y="1492"/>
                </a:lnTo>
                <a:lnTo>
                  <a:pt x="692" y="1459"/>
                </a:lnTo>
                <a:lnTo>
                  <a:pt x="694" y="1447"/>
                </a:lnTo>
                <a:lnTo>
                  <a:pt x="693" y="1435"/>
                </a:lnTo>
                <a:lnTo>
                  <a:pt x="668" y="1445"/>
                </a:lnTo>
                <a:lnTo>
                  <a:pt x="643" y="1456"/>
                </a:lnTo>
                <a:lnTo>
                  <a:pt x="619" y="1467"/>
                </a:lnTo>
                <a:lnTo>
                  <a:pt x="595" y="1477"/>
                </a:lnTo>
                <a:lnTo>
                  <a:pt x="567" y="1487"/>
                </a:lnTo>
                <a:lnTo>
                  <a:pt x="536" y="1496"/>
                </a:lnTo>
                <a:lnTo>
                  <a:pt x="571" y="1521"/>
                </a:lnTo>
                <a:lnTo>
                  <a:pt x="606" y="1544"/>
                </a:lnTo>
                <a:lnTo>
                  <a:pt x="641" y="1564"/>
                </a:lnTo>
                <a:lnTo>
                  <a:pt x="679" y="1582"/>
                </a:lnTo>
                <a:lnTo>
                  <a:pt x="718" y="1597"/>
                </a:lnTo>
                <a:lnTo>
                  <a:pt x="759" y="1608"/>
                </a:lnTo>
                <a:lnTo>
                  <a:pt x="803" y="1617"/>
                </a:lnTo>
                <a:lnTo>
                  <a:pt x="849" y="1623"/>
                </a:lnTo>
                <a:lnTo>
                  <a:pt x="899" y="1625"/>
                </a:lnTo>
                <a:lnTo>
                  <a:pt x="899" y="1587"/>
                </a:lnTo>
                <a:lnTo>
                  <a:pt x="906" y="1587"/>
                </a:lnTo>
                <a:lnTo>
                  <a:pt x="915" y="1589"/>
                </a:lnTo>
                <a:lnTo>
                  <a:pt x="924" y="1591"/>
                </a:lnTo>
                <a:lnTo>
                  <a:pt x="933" y="1593"/>
                </a:lnTo>
                <a:lnTo>
                  <a:pt x="941" y="1594"/>
                </a:lnTo>
                <a:lnTo>
                  <a:pt x="948" y="1594"/>
                </a:lnTo>
                <a:lnTo>
                  <a:pt x="956" y="1592"/>
                </a:lnTo>
                <a:lnTo>
                  <a:pt x="961" y="1587"/>
                </a:lnTo>
                <a:lnTo>
                  <a:pt x="965" y="1580"/>
                </a:lnTo>
                <a:lnTo>
                  <a:pt x="967" y="1568"/>
                </a:lnTo>
                <a:lnTo>
                  <a:pt x="967" y="1553"/>
                </a:lnTo>
                <a:lnTo>
                  <a:pt x="965" y="1537"/>
                </a:lnTo>
                <a:lnTo>
                  <a:pt x="962" y="1521"/>
                </a:lnTo>
                <a:lnTo>
                  <a:pt x="957" y="1503"/>
                </a:lnTo>
                <a:lnTo>
                  <a:pt x="950" y="1487"/>
                </a:lnTo>
                <a:lnTo>
                  <a:pt x="943" y="1471"/>
                </a:lnTo>
                <a:lnTo>
                  <a:pt x="934" y="1459"/>
                </a:lnTo>
                <a:lnTo>
                  <a:pt x="924" y="1450"/>
                </a:lnTo>
                <a:lnTo>
                  <a:pt x="913" y="1444"/>
                </a:lnTo>
                <a:lnTo>
                  <a:pt x="898" y="1438"/>
                </a:lnTo>
                <a:lnTo>
                  <a:pt x="882" y="1432"/>
                </a:lnTo>
                <a:lnTo>
                  <a:pt x="863" y="1427"/>
                </a:lnTo>
                <a:lnTo>
                  <a:pt x="844" y="1425"/>
                </a:lnTo>
                <a:lnTo>
                  <a:pt x="826" y="1425"/>
                </a:lnTo>
                <a:close/>
                <a:moveTo>
                  <a:pt x="454" y="1374"/>
                </a:moveTo>
                <a:lnTo>
                  <a:pt x="495" y="1466"/>
                </a:lnTo>
                <a:lnTo>
                  <a:pt x="619" y="1389"/>
                </a:lnTo>
                <a:lnTo>
                  <a:pt x="619" y="1382"/>
                </a:lnTo>
                <a:lnTo>
                  <a:pt x="454" y="1374"/>
                </a:lnTo>
                <a:close/>
                <a:moveTo>
                  <a:pt x="734" y="1260"/>
                </a:moveTo>
                <a:lnTo>
                  <a:pt x="747" y="1280"/>
                </a:lnTo>
                <a:lnTo>
                  <a:pt x="763" y="1297"/>
                </a:lnTo>
                <a:lnTo>
                  <a:pt x="781" y="1312"/>
                </a:lnTo>
                <a:lnTo>
                  <a:pt x="801" y="1326"/>
                </a:lnTo>
                <a:lnTo>
                  <a:pt x="822" y="1339"/>
                </a:lnTo>
                <a:lnTo>
                  <a:pt x="866" y="1361"/>
                </a:lnTo>
                <a:lnTo>
                  <a:pt x="889" y="1371"/>
                </a:lnTo>
                <a:lnTo>
                  <a:pt x="911" y="1382"/>
                </a:lnTo>
                <a:lnTo>
                  <a:pt x="932" y="1394"/>
                </a:lnTo>
                <a:lnTo>
                  <a:pt x="953" y="1407"/>
                </a:lnTo>
                <a:lnTo>
                  <a:pt x="971" y="1422"/>
                </a:lnTo>
                <a:lnTo>
                  <a:pt x="989" y="1439"/>
                </a:lnTo>
                <a:lnTo>
                  <a:pt x="1002" y="1459"/>
                </a:lnTo>
                <a:lnTo>
                  <a:pt x="1014" y="1481"/>
                </a:lnTo>
                <a:lnTo>
                  <a:pt x="1023" y="1481"/>
                </a:lnTo>
                <a:lnTo>
                  <a:pt x="1031" y="1260"/>
                </a:lnTo>
                <a:lnTo>
                  <a:pt x="989" y="1268"/>
                </a:lnTo>
                <a:lnTo>
                  <a:pt x="948" y="1271"/>
                </a:lnTo>
                <a:lnTo>
                  <a:pt x="908" y="1272"/>
                </a:lnTo>
                <a:lnTo>
                  <a:pt x="868" y="1270"/>
                </a:lnTo>
                <a:lnTo>
                  <a:pt x="826" y="1267"/>
                </a:lnTo>
                <a:lnTo>
                  <a:pt x="782" y="1263"/>
                </a:lnTo>
                <a:lnTo>
                  <a:pt x="734" y="1260"/>
                </a:lnTo>
                <a:close/>
                <a:moveTo>
                  <a:pt x="429" y="1245"/>
                </a:moveTo>
                <a:lnTo>
                  <a:pt x="437" y="1351"/>
                </a:lnTo>
                <a:lnTo>
                  <a:pt x="553" y="1306"/>
                </a:lnTo>
                <a:lnTo>
                  <a:pt x="429" y="1245"/>
                </a:lnTo>
                <a:close/>
                <a:moveTo>
                  <a:pt x="223" y="1245"/>
                </a:moveTo>
                <a:lnTo>
                  <a:pt x="247" y="1405"/>
                </a:lnTo>
                <a:lnTo>
                  <a:pt x="355" y="1435"/>
                </a:lnTo>
                <a:lnTo>
                  <a:pt x="338" y="1420"/>
                </a:lnTo>
                <a:lnTo>
                  <a:pt x="223" y="1245"/>
                </a:lnTo>
                <a:close/>
                <a:moveTo>
                  <a:pt x="1014" y="1176"/>
                </a:moveTo>
                <a:lnTo>
                  <a:pt x="998" y="1191"/>
                </a:lnTo>
                <a:lnTo>
                  <a:pt x="980" y="1201"/>
                </a:lnTo>
                <a:lnTo>
                  <a:pt x="959" y="1208"/>
                </a:lnTo>
                <a:lnTo>
                  <a:pt x="937" y="1213"/>
                </a:lnTo>
                <a:lnTo>
                  <a:pt x="915" y="1215"/>
                </a:lnTo>
                <a:lnTo>
                  <a:pt x="891" y="1216"/>
                </a:lnTo>
                <a:lnTo>
                  <a:pt x="866" y="1217"/>
                </a:lnTo>
                <a:lnTo>
                  <a:pt x="814" y="1217"/>
                </a:lnTo>
                <a:lnTo>
                  <a:pt x="786" y="1218"/>
                </a:lnTo>
                <a:lnTo>
                  <a:pt x="759" y="1222"/>
                </a:lnTo>
                <a:lnTo>
                  <a:pt x="762" y="1223"/>
                </a:lnTo>
                <a:lnTo>
                  <a:pt x="768" y="1224"/>
                </a:lnTo>
                <a:lnTo>
                  <a:pt x="779" y="1226"/>
                </a:lnTo>
                <a:lnTo>
                  <a:pt x="793" y="1229"/>
                </a:lnTo>
                <a:lnTo>
                  <a:pt x="809" y="1231"/>
                </a:lnTo>
                <a:lnTo>
                  <a:pt x="828" y="1234"/>
                </a:lnTo>
                <a:lnTo>
                  <a:pt x="849" y="1235"/>
                </a:lnTo>
                <a:lnTo>
                  <a:pt x="871" y="1237"/>
                </a:lnTo>
                <a:lnTo>
                  <a:pt x="893" y="1237"/>
                </a:lnTo>
                <a:lnTo>
                  <a:pt x="915" y="1235"/>
                </a:lnTo>
                <a:lnTo>
                  <a:pt x="938" y="1233"/>
                </a:lnTo>
                <a:lnTo>
                  <a:pt x="959" y="1228"/>
                </a:lnTo>
                <a:lnTo>
                  <a:pt x="979" y="1221"/>
                </a:lnTo>
                <a:lnTo>
                  <a:pt x="996" y="1212"/>
                </a:lnTo>
                <a:lnTo>
                  <a:pt x="1011" y="1199"/>
                </a:lnTo>
                <a:lnTo>
                  <a:pt x="1023" y="1184"/>
                </a:lnTo>
                <a:lnTo>
                  <a:pt x="1014" y="1176"/>
                </a:lnTo>
                <a:close/>
                <a:moveTo>
                  <a:pt x="429" y="1077"/>
                </a:moveTo>
                <a:lnTo>
                  <a:pt x="421" y="1207"/>
                </a:lnTo>
                <a:lnTo>
                  <a:pt x="437" y="1207"/>
                </a:lnTo>
                <a:lnTo>
                  <a:pt x="528" y="1229"/>
                </a:lnTo>
                <a:lnTo>
                  <a:pt x="429" y="1077"/>
                </a:lnTo>
                <a:close/>
                <a:moveTo>
                  <a:pt x="775" y="1039"/>
                </a:moveTo>
                <a:lnTo>
                  <a:pt x="784" y="1061"/>
                </a:lnTo>
                <a:lnTo>
                  <a:pt x="794" y="1081"/>
                </a:lnTo>
                <a:lnTo>
                  <a:pt x="803" y="1100"/>
                </a:lnTo>
                <a:lnTo>
                  <a:pt x="812" y="1117"/>
                </a:lnTo>
                <a:lnTo>
                  <a:pt x="822" y="1131"/>
                </a:lnTo>
                <a:lnTo>
                  <a:pt x="833" y="1143"/>
                </a:lnTo>
                <a:lnTo>
                  <a:pt x="846" y="1153"/>
                </a:lnTo>
                <a:lnTo>
                  <a:pt x="860" y="1162"/>
                </a:lnTo>
                <a:lnTo>
                  <a:pt x="875" y="1167"/>
                </a:lnTo>
                <a:lnTo>
                  <a:pt x="893" y="1169"/>
                </a:lnTo>
                <a:lnTo>
                  <a:pt x="913" y="1169"/>
                </a:lnTo>
                <a:lnTo>
                  <a:pt x="936" y="1167"/>
                </a:lnTo>
                <a:lnTo>
                  <a:pt x="961" y="1162"/>
                </a:lnTo>
                <a:lnTo>
                  <a:pt x="990" y="1153"/>
                </a:lnTo>
                <a:lnTo>
                  <a:pt x="969" y="1142"/>
                </a:lnTo>
                <a:lnTo>
                  <a:pt x="946" y="1130"/>
                </a:lnTo>
                <a:lnTo>
                  <a:pt x="922" y="1117"/>
                </a:lnTo>
                <a:lnTo>
                  <a:pt x="874" y="1088"/>
                </a:lnTo>
                <a:lnTo>
                  <a:pt x="851" y="1075"/>
                </a:lnTo>
                <a:lnTo>
                  <a:pt x="829" y="1063"/>
                </a:lnTo>
                <a:lnTo>
                  <a:pt x="809" y="1052"/>
                </a:lnTo>
                <a:lnTo>
                  <a:pt x="791" y="1044"/>
                </a:lnTo>
                <a:lnTo>
                  <a:pt x="775" y="1039"/>
                </a:lnTo>
                <a:close/>
                <a:moveTo>
                  <a:pt x="676" y="1039"/>
                </a:moveTo>
                <a:lnTo>
                  <a:pt x="693" y="1199"/>
                </a:lnTo>
                <a:lnTo>
                  <a:pt x="792" y="1176"/>
                </a:lnTo>
                <a:lnTo>
                  <a:pt x="784" y="1161"/>
                </a:lnTo>
                <a:lnTo>
                  <a:pt x="776" y="1144"/>
                </a:lnTo>
                <a:lnTo>
                  <a:pt x="768" y="1126"/>
                </a:lnTo>
                <a:lnTo>
                  <a:pt x="760" y="1108"/>
                </a:lnTo>
                <a:lnTo>
                  <a:pt x="751" y="1091"/>
                </a:lnTo>
                <a:lnTo>
                  <a:pt x="742" y="1075"/>
                </a:lnTo>
                <a:lnTo>
                  <a:pt x="734" y="1061"/>
                </a:lnTo>
                <a:lnTo>
                  <a:pt x="726" y="1052"/>
                </a:lnTo>
                <a:lnTo>
                  <a:pt x="718" y="1047"/>
                </a:lnTo>
                <a:lnTo>
                  <a:pt x="706" y="1043"/>
                </a:lnTo>
                <a:lnTo>
                  <a:pt x="696" y="1042"/>
                </a:lnTo>
                <a:lnTo>
                  <a:pt x="684" y="1040"/>
                </a:lnTo>
                <a:lnTo>
                  <a:pt x="676" y="1039"/>
                </a:lnTo>
                <a:close/>
                <a:moveTo>
                  <a:pt x="324" y="1024"/>
                </a:moveTo>
                <a:lnTo>
                  <a:pt x="313" y="1025"/>
                </a:lnTo>
                <a:lnTo>
                  <a:pt x="302" y="1026"/>
                </a:lnTo>
                <a:lnTo>
                  <a:pt x="289" y="1029"/>
                </a:lnTo>
                <a:lnTo>
                  <a:pt x="277" y="1032"/>
                </a:lnTo>
                <a:lnTo>
                  <a:pt x="264" y="1037"/>
                </a:lnTo>
                <a:lnTo>
                  <a:pt x="253" y="1044"/>
                </a:lnTo>
                <a:lnTo>
                  <a:pt x="243" y="1054"/>
                </a:lnTo>
                <a:lnTo>
                  <a:pt x="236" y="1064"/>
                </a:lnTo>
                <a:lnTo>
                  <a:pt x="231" y="1077"/>
                </a:lnTo>
                <a:lnTo>
                  <a:pt x="228" y="1101"/>
                </a:lnTo>
                <a:lnTo>
                  <a:pt x="230" y="1126"/>
                </a:lnTo>
                <a:lnTo>
                  <a:pt x="235" y="1154"/>
                </a:lnTo>
                <a:lnTo>
                  <a:pt x="243" y="1182"/>
                </a:lnTo>
                <a:lnTo>
                  <a:pt x="254" y="1210"/>
                </a:lnTo>
                <a:lnTo>
                  <a:pt x="267" y="1238"/>
                </a:lnTo>
                <a:lnTo>
                  <a:pt x="282" y="1266"/>
                </a:lnTo>
                <a:lnTo>
                  <a:pt x="300" y="1292"/>
                </a:lnTo>
                <a:lnTo>
                  <a:pt x="318" y="1317"/>
                </a:lnTo>
                <a:lnTo>
                  <a:pt x="338" y="1339"/>
                </a:lnTo>
                <a:lnTo>
                  <a:pt x="358" y="1358"/>
                </a:lnTo>
                <a:lnTo>
                  <a:pt x="379" y="1374"/>
                </a:lnTo>
                <a:lnTo>
                  <a:pt x="371" y="1100"/>
                </a:lnTo>
                <a:lnTo>
                  <a:pt x="359" y="1099"/>
                </a:lnTo>
                <a:lnTo>
                  <a:pt x="334" y="1098"/>
                </a:lnTo>
                <a:lnTo>
                  <a:pt x="323" y="1095"/>
                </a:lnTo>
                <a:lnTo>
                  <a:pt x="313" y="1092"/>
                </a:lnTo>
                <a:lnTo>
                  <a:pt x="305" y="1085"/>
                </a:lnTo>
                <a:lnTo>
                  <a:pt x="303" y="1078"/>
                </a:lnTo>
                <a:lnTo>
                  <a:pt x="305" y="1070"/>
                </a:lnTo>
                <a:lnTo>
                  <a:pt x="310" y="1061"/>
                </a:lnTo>
                <a:lnTo>
                  <a:pt x="317" y="1052"/>
                </a:lnTo>
                <a:lnTo>
                  <a:pt x="325" y="1043"/>
                </a:lnTo>
                <a:lnTo>
                  <a:pt x="333" y="1033"/>
                </a:lnTo>
                <a:lnTo>
                  <a:pt x="338" y="1024"/>
                </a:lnTo>
                <a:lnTo>
                  <a:pt x="324" y="1024"/>
                </a:lnTo>
                <a:close/>
                <a:moveTo>
                  <a:pt x="891" y="917"/>
                </a:moveTo>
                <a:lnTo>
                  <a:pt x="893" y="938"/>
                </a:lnTo>
                <a:lnTo>
                  <a:pt x="895" y="960"/>
                </a:lnTo>
                <a:lnTo>
                  <a:pt x="895" y="984"/>
                </a:lnTo>
                <a:lnTo>
                  <a:pt x="896" y="1007"/>
                </a:lnTo>
                <a:lnTo>
                  <a:pt x="898" y="1030"/>
                </a:lnTo>
                <a:lnTo>
                  <a:pt x="901" y="1052"/>
                </a:lnTo>
                <a:lnTo>
                  <a:pt x="906" y="1073"/>
                </a:lnTo>
                <a:lnTo>
                  <a:pt x="915" y="1092"/>
                </a:lnTo>
                <a:lnTo>
                  <a:pt x="981" y="1108"/>
                </a:lnTo>
                <a:lnTo>
                  <a:pt x="976" y="1090"/>
                </a:lnTo>
                <a:lnTo>
                  <a:pt x="971" y="1071"/>
                </a:lnTo>
                <a:lnTo>
                  <a:pt x="969" y="1054"/>
                </a:lnTo>
                <a:lnTo>
                  <a:pt x="966" y="1035"/>
                </a:lnTo>
                <a:lnTo>
                  <a:pt x="964" y="1018"/>
                </a:lnTo>
                <a:lnTo>
                  <a:pt x="960" y="1001"/>
                </a:lnTo>
                <a:lnTo>
                  <a:pt x="957" y="985"/>
                </a:lnTo>
                <a:lnTo>
                  <a:pt x="952" y="970"/>
                </a:lnTo>
                <a:lnTo>
                  <a:pt x="946" y="956"/>
                </a:lnTo>
                <a:lnTo>
                  <a:pt x="937" y="944"/>
                </a:lnTo>
                <a:lnTo>
                  <a:pt x="925" y="933"/>
                </a:lnTo>
                <a:lnTo>
                  <a:pt x="909" y="924"/>
                </a:lnTo>
                <a:lnTo>
                  <a:pt x="891" y="917"/>
                </a:lnTo>
                <a:close/>
                <a:moveTo>
                  <a:pt x="495" y="864"/>
                </a:moveTo>
                <a:lnTo>
                  <a:pt x="445" y="1024"/>
                </a:lnTo>
                <a:lnTo>
                  <a:pt x="459" y="1037"/>
                </a:lnTo>
                <a:lnTo>
                  <a:pt x="471" y="1052"/>
                </a:lnTo>
                <a:lnTo>
                  <a:pt x="482" y="1066"/>
                </a:lnTo>
                <a:lnTo>
                  <a:pt x="504" y="1097"/>
                </a:lnTo>
                <a:lnTo>
                  <a:pt x="515" y="1111"/>
                </a:lnTo>
                <a:lnTo>
                  <a:pt x="528" y="1125"/>
                </a:lnTo>
                <a:lnTo>
                  <a:pt x="543" y="1136"/>
                </a:lnTo>
                <a:lnTo>
                  <a:pt x="561" y="1146"/>
                </a:lnTo>
                <a:lnTo>
                  <a:pt x="561" y="1138"/>
                </a:lnTo>
                <a:lnTo>
                  <a:pt x="495" y="864"/>
                </a:lnTo>
                <a:close/>
                <a:moveTo>
                  <a:pt x="971" y="749"/>
                </a:moveTo>
                <a:lnTo>
                  <a:pt x="959" y="751"/>
                </a:lnTo>
                <a:lnTo>
                  <a:pt x="946" y="755"/>
                </a:lnTo>
                <a:lnTo>
                  <a:pt x="934" y="762"/>
                </a:lnTo>
                <a:lnTo>
                  <a:pt x="924" y="773"/>
                </a:lnTo>
                <a:lnTo>
                  <a:pt x="920" y="780"/>
                </a:lnTo>
                <a:lnTo>
                  <a:pt x="917" y="792"/>
                </a:lnTo>
                <a:lnTo>
                  <a:pt x="916" y="806"/>
                </a:lnTo>
                <a:lnTo>
                  <a:pt x="915" y="820"/>
                </a:lnTo>
                <a:lnTo>
                  <a:pt x="915" y="849"/>
                </a:lnTo>
                <a:lnTo>
                  <a:pt x="932" y="856"/>
                </a:lnTo>
                <a:lnTo>
                  <a:pt x="942" y="847"/>
                </a:lnTo>
                <a:lnTo>
                  <a:pt x="951" y="837"/>
                </a:lnTo>
                <a:lnTo>
                  <a:pt x="960" y="828"/>
                </a:lnTo>
                <a:lnTo>
                  <a:pt x="969" y="822"/>
                </a:lnTo>
                <a:lnTo>
                  <a:pt x="977" y="817"/>
                </a:lnTo>
                <a:lnTo>
                  <a:pt x="984" y="817"/>
                </a:lnTo>
                <a:lnTo>
                  <a:pt x="991" y="822"/>
                </a:lnTo>
                <a:lnTo>
                  <a:pt x="995" y="828"/>
                </a:lnTo>
                <a:lnTo>
                  <a:pt x="996" y="838"/>
                </a:lnTo>
                <a:lnTo>
                  <a:pt x="995" y="850"/>
                </a:lnTo>
                <a:lnTo>
                  <a:pt x="992" y="862"/>
                </a:lnTo>
                <a:lnTo>
                  <a:pt x="989" y="877"/>
                </a:lnTo>
                <a:lnTo>
                  <a:pt x="983" y="891"/>
                </a:lnTo>
                <a:lnTo>
                  <a:pt x="979" y="905"/>
                </a:lnTo>
                <a:lnTo>
                  <a:pt x="973" y="917"/>
                </a:lnTo>
                <a:lnTo>
                  <a:pt x="977" y="918"/>
                </a:lnTo>
                <a:lnTo>
                  <a:pt x="982" y="919"/>
                </a:lnTo>
                <a:lnTo>
                  <a:pt x="988" y="919"/>
                </a:lnTo>
                <a:lnTo>
                  <a:pt x="994" y="917"/>
                </a:lnTo>
                <a:lnTo>
                  <a:pt x="1002" y="914"/>
                </a:lnTo>
                <a:lnTo>
                  <a:pt x="1012" y="908"/>
                </a:lnTo>
                <a:lnTo>
                  <a:pt x="1023" y="898"/>
                </a:lnTo>
                <a:lnTo>
                  <a:pt x="1026" y="891"/>
                </a:lnTo>
                <a:lnTo>
                  <a:pt x="1029" y="881"/>
                </a:lnTo>
                <a:lnTo>
                  <a:pt x="1032" y="867"/>
                </a:lnTo>
                <a:lnTo>
                  <a:pt x="1034" y="852"/>
                </a:lnTo>
                <a:lnTo>
                  <a:pt x="1035" y="836"/>
                </a:lnTo>
                <a:lnTo>
                  <a:pt x="1036" y="820"/>
                </a:lnTo>
                <a:lnTo>
                  <a:pt x="1036" y="805"/>
                </a:lnTo>
                <a:lnTo>
                  <a:pt x="1035" y="790"/>
                </a:lnTo>
                <a:lnTo>
                  <a:pt x="1034" y="780"/>
                </a:lnTo>
                <a:lnTo>
                  <a:pt x="1031" y="773"/>
                </a:lnTo>
                <a:lnTo>
                  <a:pt x="1025" y="767"/>
                </a:lnTo>
                <a:lnTo>
                  <a:pt x="1018" y="761"/>
                </a:lnTo>
                <a:lnTo>
                  <a:pt x="1008" y="756"/>
                </a:lnTo>
                <a:lnTo>
                  <a:pt x="997" y="752"/>
                </a:lnTo>
                <a:lnTo>
                  <a:pt x="984" y="750"/>
                </a:lnTo>
                <a:lnTo>
                  <a:pt x="971" y="749"/>
                </a:lnTo>
                <a:close/>
                <a:moveTo>
                  <a:pt x="585" y="724"/>
                </a:moveTo>
                <a:lnTo>
                  <a:pt x="569" y="727"/>
                </a:lnTo>
                <a:lnTo>
                  <a:pt x="558" y="734"/>
                </a:lnTo>
                <a:lnTo>
                  <a:pt x="550" y="745"/>
                </a:lnTo>
                <a:lnTo>
                  <a:pt x="544" y="757"/>
                </a:lnTo>
                <a:lnTo>
                  <a:pt x="543" y="777"/>
                </a:lnTo>
                <a:lnTo>
                  <a:pt x="543" y="801"/>
                </a:lnTo>
                <a:lnTo>
                  <a:pt x="544" y="827"/>
                </a:lnTo>
                <a:lnTo>
                  <a:pt x="547" y="855"/>
                </a:lnTo>
                <a:lnTo>
                  <a:pt x="558" y="916"/>
                </a:lnTo>
                <a:lnTo>
                  <a:pt x="565" y="946"/>
                </a:lnTo>
                <a:lnTo>
                  <a:pt x="572" y="977"/>
                </a:lnTo>
                <a:lnTo>
                  <a:pt x="578" y="1005"/>
                </a:lnTo>
                <a:lnTo>
                  <a:pt x="586" y="1032"/>
                </a:lnTo>
                <a:lnTo>
                  <a:pt x="602" y="1032"/>
                </a:lnTo>
                <a:lnTo>
                  <a:pt x="604" y="993"/>
                </a:lnTo>
                <a:lnTo>
                  <a:pt x="609" y="958"/>
                </a:lnTo>
                <a:lnTo>
                  <a:pt x="617" y="923"/>
                </a:lnTo>
                <a:lnTo>
                  <a:pt x="627" y="892"/>
                </a:lnTo>
                <a:lnTo>
                  <a:pt x="639" y="861"/>
                </a:lnTo>
                <a:lnTo>
                  <a:pt x="652" y="834"/>
                </a:lnTo>
                <a:lnTo>
                  <a:pt x="640" y="828"/>
                </a:lnTo>
                <a:lnTo>
                  <a:pt x="628" y="823"/>
                </a:lnTo>
                <a:lnTo>
                  <a:pt x="602" y="812"/>
                </a:lnTo>
                <a:lnTo>
                  <a:pt x="592" y="808"/>
                </a:lnTo>
                <a:lnTo>
                  <a:pt x="584" y="804"/>
                </a:lnTo>
                <a:lnTo>
                  <a:pt x="580" y="801"/>
                </a:lnTo>
                <a:lnTo>
                  <a:pt x="576" y="793"/>
                </a:lnTo>
                <a:lnTo>
                  <a:pt x="574" y="784"/>
                </a:lnTo>
                <a:lnTo>
                  <a:pt x="575" y="773"/>
                </a:lnTo>
                <a:lnTo>
                  <a:pt x="579" y="764"/>
                </a:lnTo>
                <a:lnTo>
                  <a:pt x="586" y="756"/>
                </a:lnTo>
                <a:lnTo>
                  <a:pt x="595" y="751"/>
                </a:lnTo>
                <a:lnTo>
                  <a:pt x="605" y="750"/>
                </a:lnTo>
                <a:lnTo>
                  <a:pt x="616" y="751"/>
                </a:lnTo>
                <a:lnTo>
                  <a:pt x="626" y="752"/>
                </a:lnTo>
                <a:lnTo>
                  <a:pt x="635" y="755"/>
                </a:lnTo>
                <a:lnTo>
                  <a:pt x="643" y="757"/>
                </a:lnTo>
                <a:lnTo>
                  <a:pt x="642" y="756"/>
                </a:lnTo>
                <a:lnTo>
                  <a:pt x="640" y="751"/>
                </a:lnTo>
                <a:lnTo>
                  <a:pt x="635" y="746"/>
                </a:lnTo>
                <a:lnTo>
                  <a:pt x="629" y="739"/>
                </a:lnTo>
                <a:lnTo>
                  <a:pt x="620" y="732"/>
                </a:lnTo>
                <a:lnTo>
                  <a:pt x="610" y="727"/>
                </a:lnTo>
                <a:lnTo>
                  <a:pt x="598" y="724"/>
                </a:lnTo>
                <a:lnTo>
                  <a:pt x="585" y="724"/>
                </a:lnTo>
                <a:close/>
                <a:moveTo>
                  <a:pt x="792" y="666"/>
                </a:moveTo>
                <a:lnTo>
                  <a:pt x="783" y="694"/>
                </a:lnTo>
                <a:lnTo>
                  <a:pt x="770" y="723"/>
                </a:lnTo>
                <a:lnTo>
                  <a:pt x="756" y="752"/>
                </a:lnTo>
                <a:lnTo>
                  <a:pt x="741" y="783"/>
                </a:lnTo>
                <a:lnTo>
                  <a:pt x="726" y="814"/>
                </a:lnTo>
                <a:lnTo>
                  <a:pt x="712" y="845"/>
                </a:lnTo>
                <a:lnTo>
                  <a:pt x="699" y="878"/>
                </a:lnTo>
                <a:lnTo>
                  <a:pt x="690" y="909"/>
                </a:lnTo>
                <a:lnTo>
                  <a:pt x="684" y="940"/>
                </a:lnTo>
                <a:lnTo>
                  <a:pt x="681" y="971"/>
                </a:lnTo>
                <a:lnTo>
                  <a:pt x="685" y="1001"/>
                </a:lnTo>
                <a:lnTo>
                  <a:pt x="716" y="998"/>
                </a:lnTo>
                <a:lnTo>
                  <a:pt x="745" y="998"/>
                </a:lnTo>
                <a:lnTo>
                  <a:pt x="772" y="999"/>
                </a:lnTo>
                <a:lnTo>
                  <a:pt x="798" y="1004"/>
                </a:lnTo>
                <a:lnTo>
                  <a:pt x="824" y="1010"/>
                </a:lnTo>
                <a:lnTo>
                  <a:pt x="849" y="1016"/>
                </a:lnTo>
                <a:lnTo>
                  <a:pt x="850" y="1011"/>
                </a:lnTo>
                <a:lnTo>
                  <a:pt x="851" y="1003"/>
                </a:lnTo>
                <a:lnTo>
                  <a:pt x="850" y="992"/>
                </a:lnTo>
                <a:lnTo>
                  <a:pt x="849" y="978"/>
                </a:lnTo>
                <a:lnTo>
                  <a:pt x="846" y="962"/>
                </a:lnTo>
                <a:lnTo>
                  <a:pt x="840" y="945"/>
                </a:lnTo>
                <a:lnTo>
                  <a:pt x="832" y="927"/>
                </a:lnTo>
                <a:lnTo>
                  <a:pt x="820" y="908"/>
                </a:lnTo>
                <a:lnTo>
                  <a:pt x="805" y="888"/>
                </a:lnTo>
                <a:lnTo>
                  <a:pt x="784" y="868"/>
                </a:lnTo>
                <a:lnTo>
                  <a:pt x="759" y="849"/>
                </a:lnTo>
                <a:lnTo>
                  <a:pt x="874" y="856"/>
                </a:lnTo>
                <a:lnTo>
                  <a:pt x="871" y="831"/>
                </a:lnTo>
                <a:lnTo>
                  <a:pt x="874" y="806"/>
                </a:lnTo>
                <a:lnTo>
                  <a:pt x="882" y="783"/>
                </a:lnTo>
                <a:lnTo>
                  <a:pt x="893" y="761"/>
                </a:lnTo>
                <a:lnTo>
                  <a:pt x="907" y="741"/>
                </a:lnTo>
                <a:lnTo>
                  <a:pt x="926" y="725"/>
                </a:lnTo>
                <a:lnTo>
                  <a:pt x="946" y="713"/>
                </a:lnTo>
                <a:lnTo>
                  <a:pt x="967" y="704"/>
                </a:lnTo>
                <a:lnTo>
                  <a:pt x="927" y="702"/>
                </a:lnTo>
                <a:lnTo>
                  <a:pt x="890" y="696"/>
                </a:lnTo>
                <a:lnTo>
                  <a:pt x="855" y="687"/>
                </a:lnTo>
                <a:lnTo>
                  <a:pt x="823" y="677"/>
                </a:lnTo>
                <a:lnTo>
                  <a:pt x="792" y="666"/>
                </a:lnTo>
                <a:close/>
                <a:moveTo>
                  <a:pt x="825" y="559"/>
                </a:moveTo>
                <a:lnTo>
                  <a:pt x="808" y="643"/>
                </a:lnTo>
                <a:lnTo>
                  <a:pt x="834" y="638"/>
                </a:lnTo>
                <a:lnTo>
                  <a:pt x="861" y="637"/>
                </a:lnTo>
                <a:lnTo>
                  <a:pt x="888" y="638"/>
                </a:lnTo>
                <a:lnTo>
                  <a:pt x="915" y="642"/>
                </a:lnTo>
                <a:lnTo>
                  <a:pt x="941" y="646"/>
                </a:lnTo>
                <a:lnTo>
                  <a:pt x="965" y="651"/>
                </a:lnTo>
                <a:lnTo>
                  <a:pt x="825" y="559"/>
                </a:lnTo>
                <a:close/>
                <a:moveTo>
                  <a:pt x="849" y="438"/>
                </a:moveTo>
                <a:lnTo>
                  <a:pt x="841" y="530"/>
                </a:lnTo>
                <a:lnTo>
                  <a:pt x="965" y="567"/>
                </a:lnTo>
                <a:lnTo>
                  <a:pt x="849" y="438"/>
                </a:lnTo>
                <a:close/>
                <a:moveTo>
                  <a:pt x="1050" y="0"/>
                </a:moveTo>
                <a:lnTo>
                  <a:pt x="1050" y="14"/>
                </a:lnTo>
                <a:lnTo>
                  <a:pt x="1051" y="29"/>
                </a:lnTo>
                <a:lnTo>
                  <a:pt x="1051" y="257"/>
                </a:lnTo>
                <a:lnTo>
                  <a:pt x="1052" y="302"/>
                </a:lnTo>
                <a:lnTo>
                  <a:pt x="1052" y="933"/>
                </a:lnTo>
                <a:lnTo>
                  <a:pt x="1051" y="933"/>
                </a:lnTo>
                <a:lnTo>
                  <a:pt x="1050" y="932"/>
                </a:lnTo>
                <a:lnTo>
                  <a:pt x="1048" y="931"/>
                </a:lnTo>
                <a:lnTo>
                  <a:pt x="1041" y="931"/>
                </a:lnTo>
                <a:lnTo>
                  <a:pt x="1039" y="933"/>
                </a:lnTo>
                <a:lnTo>
                  <a:pt x="1036" y="936"/>
                </a:lnTo>
                <a:lnTo>
                  <a:pt x="1021" y="965"/>
                </a:lnTo>
                <a:lnTo>
                  <a:pt x="1014" y="978"/>
                </a:lnTo>
                <a:lnTo>
                  <a:pt x="1008" y="993"/>
                </a:lnTo>
                <a:lnTo>
                  <a:pt x="1003" y="1009"/>
                </a:lnTo>
                <a:lnTo>
                  <a:pt x="1000" y="1025"/>
                </a:lnTo>
                <a:lnTo>
                  <a:pt x="997" y="1040"/>
                </a:lnTo>
                <a:lnTo>
                  <a:pt x="998" y="1054"/>
                </a:lnTo>
                <a:lnTo>
                  <a:pt x="1002" y="1070"/>
                </a:lnTo>
                <a:lnTo>
                  <a:pt x="1006" y="1081"/>
                </a:lnTo>
                <a:lnTo>
                  <a:pt x="1012" y="1091"/>
                </a:lnTo>
                <a:lnTo>
                  <a:pt x="1019" y="1096"/>
                </a:lnTo>
                <a:lnTo>
                  <a:pt x="1026" y="1099"/>
                </a:lnTo>
                <a:lnTo>
                  <a:pt x="1035" y="1101"/>
                </a:lnTo>
                <a:lnTo>
                  <a:pt x="1044" y="1101"/>
                </a:lnTo>
                <a:lnTo>
                  <a:pt x="1052" y="1099"/>
                </a:lnTo>
                <a:lnTo>
                  <a:pt x="1052" y="1610"/>
                </a:lnTo>
                <a:lnTo>
                  <a:pt x="932" y="1610"/>
                </a:lnTo>
                <a:lnTo>
                  <a:pt x="932" y="1633"/>
                </a:lnTo>
                <a:lnTo>
                  <a:pt x="1052" y="1633"/>
                </a:lnTo>
                <a:lnTo>
                  <a:pt x="1052" y="1671"/>
                </a:lnTo>
                <a:lnTo>
                  <a:pt x="1031" y="1671"/>
                </a:lnTo>
                <a:lnTo>
                  <a:pt x="1027" y="1682"/>
                </a:lnTo>
                <a:lnTo>
                  <a:pt x="1025" y="1693"/>
                </a:lnTo>
                <a:lnTo>
                  <a:pt x="1021" y="1705"/>
                </a:lnTo>
                <a:lnTo>
                  <a:pt x="1014" y="1717"/>
                </a:lnTo>
                <a:lnTo>
                  <a:pt x="1008" y="1722"/>
                </a:lnTo>
                <a:lnTo>
                  <a:pt x="998" y="1726"/>
                </a:lnTo>
                <a:lnTo>
                  <a:pt x="985" y="1730"/>
                </a:lnTo>
                <a:lnTo>
                  <a:pt x="941" y="1740"/>
                </a:lnTo>
                <a:lnTo>
                  <a:pt x="929" y="1745"/>
                </a:lnTo>
                <a:lnTo>
                  <a:pt x="920" y="1749"/>
                </a:lnTo>
                <a:lnTo>
                  <a:pt x="915" y="1755"/>
                </a:lnTo>
                <a:lnTo>
                  <a:pt x="914" y="1768"/>
                </a:lnTo>
                <a:lnTo>
                  <a:pt x="915" y="1778"/>
                </a:lnTo>
                <a:lnTo>
                  <a:pt x="921" y="1787"/>
                </a:lnTo>
                <a:lnTo>
                  <a:pt x="928" y="1794"/>
                </a:lnTo>
                <a:lnTo>
                  <a:pt x="937" y="1799"/>
                </a:lnTo>
                <a:lnTo>
                  <a:pt x="948" y="1801"/>
                </a:lnTo>
                <a:lnTo>
                  <a:pt x="963" y="1804"/>
                </a:lnTo>
                <a:lnTo>
                  <a:pt x="982" y="1806"/>
                </a:lnTo>
                <a:lnTo>
                  <a:pt x="1004" y="1810"/>
                </a:lnTo>
                <a:lnTo>
                  <a:pt x="1028" y="1812"/>
                </a:lnTo>
                <a:lnTo>
                  <a:pt x="1052" y="1812"/>
                </a:lnTo>
                <a:lnTo>
                  <a:pt x="1052" y="1988"/>
                </a:lnTo>
                <a:lnTo>
                  <a:pt x="1044" y="1988"/>
                </a:lnTo>
                <a:lnTo>
                  <a:pt x="1036" y="1990"/>
                </a:lnTo>
                <a:lnTo>
                  <a:pt x="1030" y="1993"/>
                </a:lnTo>
                <a:lnTo>
                  <a:pt x="1027" y="1998"/>
                </a:lnTo>
                <a:lnTo>
                  <a:pt x="1026" y="2005"/>
                </a:lnTo>
                <a:lnTo>
                  <a:pt x="1026" y="2014"/>
                </a:lnTo>
                <a:lnTo>
                  <a:pt x="1028" y="2021"/>
                </a:lnTo>
                <a:lnTo>
                  <a:pt x="1032" y="2026"/>
                </a:lnTo>
                <a:lnTo>
                  <a:pt x="1039" y="2029"/>
                </a:lnTo>
                <a:lnTo>
                  <a:pt x="1046" y="2030"/>
                </a:lnTo>
                <a:lnTo>
                  <a:pt x="1052" y="2030"/>
                </a:lnTo>
                <a:lnTo>
                  <a:pt x="1052" y="2039"/>
                </a:lnTo>
                <a:lnTo>
                  <a:pt x="1034" y="2037"/>
                </a:lnTo>
                <a:lnTo>
                  <a:pt x="1023" y="2037"/>
                </a:lnTo>
                <a:lnTo>
                  <a:pt x="1018" y="2037"/>
                </a:lnTo>
                <a:lnTo>
                  <a:pt x="1013" y="2037"/>
                </a:lnTo>
                <a:lnTo>
                  <a:pt x="1005" y="2038"/>
                </a:lnTo>
                <a:lnTo>
                  <a:pt x="997" y="2041"/>
                </a:lnTo>
                <a:lnTo>
                  <a:pt x="990" y="2044"/>
                </a:lnTo>
                <a:lnTo>
                  <a:pt x="982" y="2050"/>
                </a:lnTo>
                <a:lnTo>
                  <a:pt x="976" y="2057"/>
                </a:lnTo>
                <a:lnTo>
                  <a:pt x="970" y="2066"/>
                </a:lnTo>
                <a:lnTo>
                  <a:pt x="967" y="2078"/>
                </a:lnTo>
                <a:lnTo>
                  <a:pt x="965" y="2092"/>
                </a:lnTo>
                <a:lnTo>
                  <a:pt x="967" y="2108"/>
                </a:lnTo>
                <a:lnTo>
                  <a:pt x="971" y="2123"/>
                </a:lnTo>
                <a:lnTo>
                  <a:pt x="980" y="2135"/>
                </a:lnTo>
                <a:lnTo>
                  <a:pt x="989" y="2145"/>
                </a:lnTo>
                <a:lnTo>
                  <a:pt x="1001" y="2154"/>
                </a:lnTo>
                <a:lnTo>
                  <a:pt x="1013" y="2163"/>
                </a:lnTo>
                <a:lnTo>
                  <a:pt x="1025" y="2171"/>
                </a:lnTo>
                <a:lnTo>
                  <a:pt x="1039" y="2179"/>
                </a:lnTo>
                <a:lnTo>
                  <a:pt x="1052" y="2187"/>
                </a:lnTo>
                <a:lnTo>
                  <a:pt x="1052" y="2787"/>
                </a:lnTo>
                <a:lnTo>
                  <a:pt x="1018" y="2786"/>
                </a:lnTo>
                <a:lnTo>
                  <a:pt x="982" y="2783"/>
                </a:lnTo>
                <a:lnTo>
                  <a:pt x="945" y="2777"/>
                </a:lnTo>
                <a:lnTo>
                  <a:pt x="907" y="2768"/>
                </a:lnTo>
                <a:lnTo>
                  <a:pt x="734" y="2699"/>
                </a:lnTo>
                <a:lnTo>
                  <a:pt x="701" y="2684"/>
                </a:lnTo>
                <a:lnTo>
                  <a:pt x="665" y="2668"/>
                </a:lnTo>
                <a:lnTo>
                  <a:pt x="630" y="2650"/>
                </a:lnTo>
                <a:lnTo>
                  <a:pt x="592" y="2630"/>
                </a:lnTo>
                <a:lnTo>
                  <a:pt x="554" y="2609"/>
                </a:lnTo>
                <a:lnTo>
                  <a:pt x="517" y="2586"/>
                </a:lnTo>
                <a:lnTo>
                  <a:pt x="479" y="2562"/>
                </a:lnTo>
                <a:lnTo>
                  <a:pt x="442" y="2537"/>
                </a:lnTo>
                <a:lnTo>
                  <a:pt x="406" y="2509"/>
                </a:lnTo>
                <a:lnTo>
                  <a:pt x="372" y="2481"/>
                </a:lnTo>
                <a:lnTo>
                  <a:pt x="340" y="2450"/>
                </a:lnTo>
                <a:lnTo>
                  <a:pt x="310" y="2418"/>
                </a:lnTo>
                <a:lnTo>
                  <a:pt x="282" y="2385"/>
                </a:lnTo>
                <a:lnTo>
                  <a:pt x="258" y="2350"/>
                </a:lnTo>
                <a:lnTo>
                  <a:pt x="237" y="2315"/>
                </a:lnTo>
                <a:lnTo>
                  <a:pt x="220" y="2277"/>
                </a:lnTo>
                <a:lnTo>
                  <a:pt x="207" y="2238"/>
                </a:lnTo>
                <a:lnTo>
                  <a:pt x="199" y="2197"/>
                </a:lnTo>
                <a:lnTo>
                  <a:pt x="196" y="2156"/>
                </a:lnTo>
                <a:lnTo>
                  <a:pt x="198" y="2113"/>
                </a:lnTo>
                <a:lnTo>
                  <a:pt x="180" y="2112"/>
                </a:lnTo>
                <a:lnTo>
                  <a:pt x="165" y="2110"/>
                </a:lnTo>
                <a:lnTo>
                  <a:pt x="153" y="2108"/>
                </a:lnTo>
                <a:lnTo>
                  <a:pt x="143" y="2103"/>
                </a:lnTo>
                <a:lnTo>
                  <a:pt x="132" y="2097"/>
                </a:lnTo>
                <a:lnTo>
                  <a:pt x="149" y="2075"/>
                </a:lnTo>
                <a:lnTo>
                  <a:pt x="198" y="2044"/>
                </a:lnTo>
                <a:lnTo>
                  <a:pt x="116" y="2037"/>
                </a:lnTo>
                <a:lnTo>
                  <a:pt x="124" y="2021"/>
                </a:lnTo>
                <a:lnTo>
                  <a:pt x="198" y="1998"/>
                </a:lnTo>
                <a:lnTo>
                  <a:pt x="124" y="1930"/>
                </a:lnTo>
                <a:lnTo>
                  <a:pt x="124" y="1922"/>
                </a:lnTo>
                <a:lnTo>
                  <a:pt x="297" y="1953"/>
                </a:lnTo>
                <a:lnTo>
                  <a:pt x="281" y="1934"/>
                </a:lnTo>
                <a:lnTo>
                  <a:pt x="267" y="1916"/>
                </a:lnTo>
                <a:lnTo>
                  <a:pt x="253" y="1899"/>
                </a:lnTo>
                <a:lnTo>
                  <a:pt x="242" y="1882"/>
                </a:lnTo>
                <a:lnTo>
                  <a:pt x="232" y="1864"/>
                </a:lnTo>
                <a:lnTo>
                  <a:pt x="225" y="1845"/>
                </a:lnTo>
                <a:lnTo>
                  <a:pt x="220" y="1827"/>
                </a:lnTo>
                <a:lnTo>
                  <a:pt x="217" y="1806"/>
                </a:lnTo>
                <a:lnTo>
                  <a:pt x="218" y="1784"/>
                </a:lnTo>
                <a:lnTo>
                  <a:pt x="223" y="1759"/>
                </a:lnTo>
                <a:lnTo>
                  <a:pt x="231" y="1732"/>
                </a:lnTo>
                <a:lnTo>
                  <a:pt x="223" y="1732"/>
                </a:lnTo>
                <a:lnTo>
                  <a:pt x="204" y="1736"/>
                </a:lnTo>
                <a:lnTo>
                  <a:pt x="183" y="1739"/>
                </a:lnTo>
                <a:lnTo>
                  <a:pt x="160" y="1741"/>
                </a:lnTo>
                <a:lnTo>
                  <a:pt x="137" y="1741"/>
                </a:lnTo>
                <a:lnTo>
                  <a:pt x="112" y="1740"/>
                </a:lnTo>
                <a:lnTo>
                  <a:pt x="89" y="1739"/>
                </a:lnTo>
                <a:lnTo>
                  <a:pt x="67" y="1735"/>
                </a:lnTo>
                <a:lnTo>
                  <a:pt x="49" y="1730"/>
                </a:lnTo>
                <a:lnTo>
                  <a:pt x="33" y="1724"/>
                </a:lnTo>
                <a:lnTo>
                  <a:pt x="41" y="1709"/>
                </a:lnTo>
                <a:lnTo>
                  <a:pt x="132" y="1671"/>
                </a:lnTo>
                <a:lnTo>
                  <a:pt x="108" y="1659"/>
                </a:lnTo>
                <a:lnTo>
                  <a:pt x="85" y="1649"/>
                </a:lnTo>
                <a:lnTo>
                  <a:pt x="64" y="1638"/>
                </a:lnTo>
                <a:lnTo>
                  <a:pt x="44" y="1627"/>
                </a:lnTo>
                <a:lnTo>
                  <a:pt x="26" y="1613"/>
                </a:lnTo>
                <a:lnTo>
                  <a:pt x="8" y="1595"/>
                </a:lnTo>
                <a:lnTo>
                  <a:pt x="124" y="1603"/>
                </a:lnTo>
                <a:lnTo>
                  <a:pt x="111" y="1585"/>
                </a:lnTo>
                <a:lnTo>
                  <a:pt x="83" y="1554"/>
                </a:lnTo>
                <a:lnTo>
                  <a:pt x="45" y="1511"/>
                </a:lnTo>
                <a:lnTo>
                  <a:pt x="34" y="1495"/>
                </a:lnTo>
                <a:lnTo>
                  <a:pt x="24" y="1478"/>
                </a:lnTo>
                <a:lnTo>
                  <a:pt x="16" y="1459"/>
                </a:lnTo>
                <a:lnTo>
                  <a:pt x="8" y="1436"/>
                </a:lnTo>
                <a:lnTo>
                  <a:pt x="3" y="1411"/>
                </a:lnTo>
                <a:lnTo>
                  <a:pt x="0" y="1382"/>
                </a:lnTo>
                <a:lnTo>
                  <a:pt x="1" y="1383"/>
                </a:lnTo>
                <a:lnTo>
                  <a:pt x="4" y="1389"/>
                </a:lnTo>
                <a:lnTo>
                  <a:pt x="8" y="1398"/>
                </a:lnTo>
                <a:lnTo>
                  <a:pt x="16" y="1409"/>
                </a:lnTo>
                <a:lnTo>
                  <a:pt x="27" y="1421"/>
                </a:lnTo>
                <a:lnTo>
                  <a:pt x="40" y="1433"/>
                </a:lnTo>
                <a:lnTo>
                  <a:pt x="60" y="1446"/>
                </a:lnTo>
                <a:lnTo>
                  <a:pt x="83" y="1458"/>
                </a:lnTo>
                <a:lnTo>
                  <a:pt x="75" y="1438"/>
                </a:lnTo>
                <a:lnTo>
                  <a:pt x="66" y="1416"/>
                </a:lnTo>
                <a:lnTo>
                  <a:pt x="56" y="1391"/>
                </a:lnTo>
                <a:lnTo>
                  <a:pt x="45" y="1366"/>
                </a:lnTo>
                <a:lnTo>
                  <a:pt x="35" y="1339"/>
                </a:lnTo>
                <a:lnTo>
                  <a:pt x="27" y="1311"/>
                </a:lnTo>
                <a:lnTo>
                  <a:pt x="19" y="1283"/>
                </a:lnTo>
                <a:lnTo>
                  <a:pt x="16" y="1255"/>
                </a:lnTo>
                <a:lnTo>
                  <a:pt x="14" y="1228"/>
                </a:lnTo>
                <a:lnTo>
                  <a:pt x="17" y="1202"/>
                </a:lnTo>
                <a:lnTo>
                  <a:pt x="25" y="1176"/>
                </a:lnTo>
                <a:lnTo>
                  <a:pt x="29" y="1196"/>
                </a:lnTo>
                <a:lnTo>
                  <a:pt x="36" y="1215"/>
                </a:lnTo>
                <a:lnTo>
                  <a:pt x="43" y="1236"/>
                </a:lnTo>
                <a:lnTo>
                  <a:pt x="52" y="1257"/>
                </a:lnTo>
                <a:lnTo>
                  <a:pt x="62" y="1277"/>
                </a:lnTo>
                <a:lnTo>
                  <a:pt x="73" y="1297"/>
                </a:lnTo>
                <a:lnTo>
                  <a:pt x="83" y="1317"/>
                </a:lnTo>
                <a:lnTo>
                  <a:pt x="94" y="1334"/>
                </a:lnTo>
                <a:lnTo>
                  <a:pt x="105" y="1351"/>
                </a:lnTo>
                <a:lnTo>
                  <a:pt x="115" y="1367"/>
                </a:lnTo>
                <a:lnTo>
                  <a:pt x="123" y="1379"/>
                </a:lnTo>
                <a:lnTo>
                  <a:pt x="130" y="1390"/>
                </a:lnTo>
                <a:lnTo>
                  <a:pt x="139" y="1403"/>
                </a:lnTo>
                <a:lnTo>
                  <a:pt x="140" y="1405"/>
                </a:lnTo>
                <a:lnTo>
                  <a:pt x="127" y="1334"/>
                </a:lnTo>
                <a:lnTo>
                  <a:pt x="118" y="1261"/>
                </a:lnTo>
                <a:lnTo>
                  <a:pt x="111" y="1186"/>
                </a:lnTo>
                <a:lnTo>
                  <a:pt x="108" y="1111"/>
                </a:lnTo>
                <a:lnTo>
                  <a:pt x="108" y="1035"/>
                </a:lnTo>
                <a:lnTo>
                  <a:pt x="112" y="960"/>
                </a:lnTo>
                <a:lnTo>
                  <a:pt x="120" y="884"/>
                </a:lnTo>
                <a:lnTo>
                  <a:pt x="132" y="811"/>
                </a:lnTo>
                <a:lnTo>
                  <a:pt x="140" y="811"/>
                </a:lnTo>
                <a:lnTo>
                  <a:pt x="138" y="883"/>
                </a:lnTo>
                <a:lnTo>
                  <a:pt x="138" y="955"/>
                </a:lnTo>
                <a:lnTo>
                  <a:pt x="138" y="1026"/>
                </a:lnTo>
                <a:lnTo>
                  <a:pt x="141" y="1098"/>
                </a:lnTo>
                <a:lnTo>
                  <a:pt x="148" y="1168"/>
                </a:lnTo>
                <a:lnTo>
                  <a:pt x="157" y="1237"/>
                </a:lnTo>
                <a:lnTo>
                  <a:pt x="157" y="1235"/>
                </a:lnTo>
                <a:lnTo>
                  <a:pt x="159" y="1226"/>
                </a:lnTo>
                <a:lnTo>
                  <a:pt x="160" y="1213"/>
                </a:lnTo>
                <a:lnTo>
                  <a:pt x="162" y="1195"/>
                </a:lnTo>
                <a:lnTo>
                  <a:pt x="166" y="1173"/>
                </a:lnTo>
                <a:lnTo>
                  <a:pt x="170" y="1147"/>
                </a:lnTo>
                <a:lnTo>
                  <a:pt x="174" y="1117"/>
                </a:lnTo>
                <a:lnTo>
                  <a:pt x="179" y="1084"/>
                </a:lnTo>
                <a:lnTo>
                  <a:pt x="185" y="1049"/>
                </a:lnTo>
                <a:lnTo>
                  <a:pt x="192" y="1011"/>
                </a:lnTo>
                <a:lnTo>
                  <a:pt x="199" y="972"/>
                </a:lnTo>
                <a:lnTo>
                  <a:pt x="206" y="932"/>
                </a:lnTo>
                <a:lnTo>
                  <a:pt x="214" y="889"/>
                </a:lnTo>
                <a:lnTo>
                  <a:pt x="224" y="847"/>
                </a:lnTo>
                <a:lnTo>
                  <a:pt x="244" y="761"/>
                </a:lnTo>
                <a:lnTo>
                  <a:pt x="255" y="718"/>
                </a:lnTo>
                <a:lnTo>
                  <a:pt x="266" y="677"/>
                </a:lnTo>
                <a:lnTo>
                  <a:pt x="278" y="637"/>
                </a:lnTo>
                <a:lnTo>
                  <a:pt x="291" y="599"/>
                </a:lnTo>
                <a:lnTo>
                  <a:pt x="304" y="563"/>
                </a:lnTo>
                <a:lnTo>
                  <a:pt x="318" y="529"/>
                </a:lnTo>
                <a:lnTo>
                  <a:pt x="333" y="498"/>
                </a:lnTo>
                <a:lnTo>
                  <a:pt x="347" y="470"/>
                </a:lnTo>
                <a:lnTo>
                  <a:pt x="363" y="446"/>
                </a:lnTo>
                <a:lnTo>
                  <a:pt x="352" y="497"/>
                </a:lnTo>
                <a:lnTo>
                  <a:pt x="341" y="544"/>
                </a:lnTo>
                <a:lnTo>
                  <a:pt x="329" y="589"/>
                </a:lnTo>
                <a:lnTo>
                  <a:pt x="318" y="632"/>
                </a:lnTo>
                <a:lnTo>
                  <a:pt x="307" y="675"/>
                </a:lnTo>
                <a:lnTo>
                  <a:pt x="295" y="717"/>
                </a:lnTo>
                <a:lnTo>
                  <a:pt x="285" y="760"/>
                </a:lnTo>
                <a:lnTo>
                  <a:pt x="275" y="805"/>
                </a:lnTo>
                <a:lnTo>
                  <a:pt x="265" y="852"/>
                </a:lnTo>
                <a:lnTo>
                  <a:pt x="256" y="903"/>
                </a:lnTo>
                <a:lnTo>
                  <a:pt x="247" y="957"/>
                </a:lnTo>
                <a:lnTo>
                  <a:pt x="239" y="1016"/>
                </a:lnTo>
                <a:lnTo>
                  <a:pt x="247" y="1014"/>
                </a:lnTo>
                <a:lnTo>
                  <a:pt x="260" y="1010"/>
                </a:lnTo>
                <a:lnTo>
                  <a:pt x="277" y="1006"/>
                </a:lnTo>
                <a:lnTo>
                  <a:pt x="295" y="1003"/>
                </a:lnTo>
                <a:lnTo>
                  <a:pt x="334" y="994"/>
                </a:lnTo>
                <a:lnTo>
                  <a:pt x="352" y="990"/>
                </a:lnTo>
                <a:lnTo>
                  <a:pt x="369" y="987"/>
                </a:lnTo>
                <a:lnTo>
                  <a:pt x="382" y="983"/>
                </a:lnTo>
                <a:lnTo>
                  <a:pt x="391" y="981"/>
                </a:lnTo>
                <a:lnTo>
                  <a:pt x="396" y="978"/>
                </a:lnTo>
                <a:lnTo>
                  <a:pt x="420" y="939"/>
                </a:lnTo>
                <a:lnTo>
                  <a:pt x="444" y="895"/>
                </a:lnTo>
                <a:lnTo>
                  <a:pt x="468" y="849"/>
                </a:lnTo>
                <a:lnTo>
                  <a:pt x="493" y="799"/>
                </a:lnTo>
                <a:lnTo>
                  <a:pt x="518" y="747"/>
                </a:lnTo>
                <a:lnTo>
                  <a:pt x="543" y="694"/>
                </a:lnTo>
                <a:lnTo>
                  <a:pt x="588" y="587"/>
                </a:lnTo>
                <a:lnTo>
                  <a:pt x="608" y="535"/>
                </a:lnTo>
                <a:lnTo>
                  <a:pt x="628" y="485"/>
                </a:lnTo>
                <a:lnTo>
                  <a:pt x="645" y="438"/>
                </a:lnTo>
                <a:lnTo>
                  <a:pt x="660" y="393"/>
                </a:lnTo>
                <a:lnTo>
                  <a:pt x="653" y="427"/>
                </a:lnTo>
                <a:lnTo>
                  <a:pt x="648" y="458"/>
                </a:lnTo>
                <a:lnTo>
                  <a:pt x="643" y="484"/>
                </a:lnTo>
                <a:lnTo>
                  <a:pt x="638" y="507"/>
                </a:lnTo>
                <a:lnTo>
                  <a:pt x="633" y="526"/>
                </a:lnTo>
                <a:lnTo>
                  <a:pt x="630" y="545"/>
                </a:lnTo>
                <a:lnTo>
                  <a:pt x="625" y="562"/>
                </a:lnTo>
                <a:lnTo>
                  <a:pt x="616" y="594"/>
                </a:lnTo>
                <a:lnTo>
                  <a:pt x="611" y="611"/>
                </a:lnTo>
                <a:lnTo>
                  <a:pt x="606" y="630"/>
                </a:lnTo>
                <a:lnTo>
                  <a:pt x="594" y="674"/>
                </a:lnTo>
                <a:lnTo>
                  <a:pt x="616" y="675"/>
                </a:lnTo>
                <a:lnTo>
                  <a:pt x="634" y="678"/>
                </a:lnTo>
                <a:lnTo>
                  <a:pt x="650" y="682"/>
                </a:lnTo>
                <a:lnTo>
                  <a:pt x="663" y="688"/>
                </a:lnTo>
                <a:lnTo>
                  <a:pt x="674" y="695"/>
                </a:lnTo>
                <a:lnTo>
                  <a:pt x="685" y="702"/>
                </a:lnTo>
                <a:lnTo>
                  <a:pt x="696" y="710"/>
                </a:lnTo>
                <a:lnTo>
                  <a:pt x="709" y="719"/>
                </a:lnTo>
                <a:lnTo>
                  <a:pt x="729" y="694"/>
                </a:lnTo>
                <a:lnTo>
                  <a:pt x="747" y="667"/>
                </a:lnTo>
                <a:lnTo>
                  <a:pt x="761" y="638"/>
                </a:lnTo>
                <a:lnTo>
                  <a:pt x="773" y="608"/>
                </a:lnTo>
                <a:lnTo>
                  <a:pt x="783" y="576"/>
                </a:lnTo>
                <a:lnTo>
                  <a:pt x="792" y="543"/>
                </a:lnTo>
                <a:lnTo>
                  <a:pt x="799" y="509"/>
                </a:lnTo>
                <a:lnTo>
                  <a:pt x="807" y="475"/>
                </a:lnTo>
                <a:lnTo>
                  <a:pt x="815" y="441"/>
                </a:lnTo>
                <a:lnTo>
                  <a:pt x="823" y="407"/>
                </a:lnTo>
                <a:lnTo>
                  <a:pt x="833" y="373"/>
                </a:lnTo>
                <a:lnTo>
                  <a:pt x="844" y="340"/>
                </a:lnTo>
                <a:lnTo>
                  <a:pt x="858" y="309"/>
                </a:lnTo>
                <a:lnTo>
                  <a:pt x="858" y="408"/>
                </a:lnTo>
                <a:lnTo>
                  <a:pt x="873" y="414"/>
                </a:lnTo>
                <a:lnTo>
                  <a:pt x="891" y="422"/>
                </a:lnTo>
                <a:lnTo>
                  <a:pt x="924" y="440"/>
                </a:lnTo>
                <a:lnTo>
                  <a:pt x="940" y="450"/>
                </a:lnTo>
                <a:lnTo>
                  <a:pt x="956" y="461"/>
                </a:lnTo>
                <a:lnTo>
                  <a:pt x="970" y="471"/>
                </a:lnTo>
                <a:lnTo>
                  <a:pt x="981" y="480"/>
                </a:lnTo>
                <a:lnTo>
                  <a:pt x="991" y="488"/>
                </a:lnTo>
                <a:lnTo>
                  <a:pt x="1000" y="494"/>
                </a:lnTo>
                <a:lnTo>
                  <a:pt x="1004" y="498"/>
                </a:lnTo>
                <a:lnTo>
                  <a:pt x="1006" y="499"/>
                </a:lnTo>
                <a:lnTo>
                  <a:pt x="1002" y="434"/>
                </a:lnTo>
                <a:lnTo>
                  <a:pt x="1003" y="369"/>
                </a:lnTo>
                <a:lnTo>
                  <a:pt x="1008" y="305"/>
                </a:lnTo>
                <a:lnTo>
                  <a:pt x="1016" y="241"/>
                </a:lnTo>
                <a:lnTo>
                  <a:pt x="1025" y="179"/>
                </a:lnTo>
                <a:lnTo>
                  <a:pt x="1035" y="118"/>
                </a:lnTo>
                <a:lnTo>
                  <a:pt x="1044" y="58"/>
                </a:lnTo>
                <a:lnTo>
                  <a:pt x="1050" y="0"/>
                </a:lnTo>
                <a:close/>
              </a:path>
            </a:pathLst>
          </a:custGeom>
          <a:solidFill>
            <a:srgbClr val="466571">
              <a:alpha val="7059"/>
            </a:srgbClr>
          </a:solidFill>
          <a:ln w="25400" cap="sq" cmpd="sng" algn="ctr">
            <a:noFill/>
            <a:prstDash val="solid"/>
            <a:headEnd type="none" w="med" len="med"/>
            <a:tailEnd type="none" w="med" len="med"/>
          </a:ln>
          <a:effectLst>
            <a:innerShdw blurRad="50800" dist="50800" dir="13500000">
              <a:srgbClr val="000000">
                <a:alpha val="43137"/>
              </a:srgbClr>
            </a:inn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anchor="t" compatLnSpc="1"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lang="ko-KR" altLang="en-US" sz="1000">
              <a:solidFill>
                <a:srgbClr val="FFFFFF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09448"/>
            <a:ext cx="7772400" cy="1470025"/>
          </a:xfrm>
          <a:prstGeom prst="rect">
            <a:avLst/>
          </a:prstGeom>
        </p:spPr>
        <p:txBody>
          <a:bodyPr anchor="b"/>
          <a:lstStyle>
            <a:lvl1pPr algn="r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023248" y="3886200"/>
            <a:ext cx="5414978" cy="104299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i="1">
                <a:solidFill>
                  <a:schemeClr val="tx1">
                    <a:tint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6870E2A8-813E-48DD-A79A-84CAA5BE3285}" type="datetimeFigureOut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2015-07-01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EC314459-F1AD-4AF1-ACCF-5C4F00218361}" type="slidenum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‹#›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9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7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0E2A8-813E-48DD-A79A-84CAA5BE3285}" type="datetimeFigureOut">
              <a:rPr lang="ko-KR" altLang="en-US" smtClean="0"/>
              <a:pPr/>
              <a:t>2015-07-01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7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7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9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Rectangle 39"/>
          <p:cNvSpPr>
            <a:spLocks noChangeArrowheads="1"/>
          </p:cNvSpPr>
          <p:nvPr userDrawn="1"/>
        </p:nvSpPr>
        <p:spPr bwMode="auto">
          <a:xfrm>
            <a:off x="0" y="609625"/>
            <a:ext cx="9144000" cy="746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3399FF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17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Rectangle 39"/>
          <p:cNvSpPr>
            <a:spLocks noChangeArrowheads="1"/>
          </p:cNvSpPr>
          <p:nvPr userDrawn="1"/>
        </p:nvSpPr>
        <p:spPr bwMode="auto">
          <a:xfrm>
            <a:off x="0" y="609621"/>
            <a:ext cx="9144000" cy="746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3399FF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198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Rectangle 39"/>
          <p:cNvSpPr>
            <a:spLocks noChangeArrowheads="1"/>
          </p:cNvSpPr>
          <p:nvPr userDrawn="1"/>
        </p:nvSpPr>
        <p:spPr bwMode="auto">
          <a:xfrm>
            <a:off x="0" y="609617"/>
            <a:ext cx="9144000" cy="746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3399FF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79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Rectangle 39"/>
          <p:cNvSpPr>
            <a:spLocks noChangeArrowheads="1"/>
          </p:cNvSpPr>
          <p:nvPr userDrawn="1"/>
        </p:nvSpPr>
        <p:spPr bwMode="auto">
          <a:xfrm>
            <a:off x="0" y="609611"/>
            <a:ext cx="9144000" cy="746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3399FF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8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6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5000"/>
              </a:spcBef>
              <a:spcAft>
                <a:spcPct val="0"/>
              </a:spcAft>
            </a:pPr>
            <a:fld id="{17D0EFEE-2756-4A20-BF2A-63F0A94F99AC}" type="datetime4">
              <a:rPr kumimoji="1" lang="en-US" smtClean="0">
                <a:solidFill>
                  <a:prstClr val="black">
                    <a:tint val="75000"/>
                  </a:prstClr>
                </a:solidFill>
                <a:latin typeface="Trebuchet MS" pitchFamily="34" charset="0"/>
                <a:ea typeface="굴림" pitchFamily="50" charset="-127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July 1, 2015</a:t>
            </a:fld>
            <a:endParaRPr kumimoji="1" lang="en-US" dirty="0">
              <a:solidFill>
                <a:prstClr val="black">
                  <a:tint val="75000"/>
                </a:prstClr>
              </a:solidFill>
              <a:latin typeface="Trebuchet MS" pitchFamily="34" charset="0"/>
              <a:ea typeface="굴림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6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dirty="0">
              <a:solidFill>
                <a:prstClr val="black">
                  <a:tint val="75000"/>
                </a:prstClr>
              </a:solidFill>
              <a:latin typeface="Trebuchet MS" pitchFamily="34" charset="0"/>
              <a:ea typeface="굴림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6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5000"/>
              </a:spcBef>
              <a:spcAft>
                <a:spcPct val="0"/>
              </a:spcAft>
            </a:pPr>
            <a:fld id="{F38DF745-7D3F-47F4-83A3-874385CFAA69}" type="slidenum">
              <a:rPr kumimoji="1" lang="en-US" smtClean="0">
                <a:solidFill>
                  <a:prstClr val="black">
                    <a:tint val="75000"/>
                  </a:prstClr>
                </a:solidFill>
                <a:latin typeface="Trebuchet MS" pitchFamily="34" charset="0"/>
                <a:ea typeface="굴림" pitchFamily="50" charset="-127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‹#›</a:t>
            </a:fld>
            <a:endParaRPr kumimoji="1" lang="en-US" dirty="0">
              <a:solidFill>
                <a:prstClr val="black">
                  <a:tint val="75000"/>
                </a:prstClr>
              </a:solidFill>
              <a:latin typeface="Trebuchet MS" pitchFamily="34" charset="0"/>
              <a:ea typeface="굴림" pitchFamily="50" charset="-127"/>
            </a:endParaRPr>
          </a:p>
        </p:txBody>
      </p:sp>
      <p:sp>
        <p:nvSpPr>
          <p:cNvPr id="7" name="Rectangle 39"/>
          <p:cNvSpPr>
            <a:spLocks noChangeArrowheads="1"/>
          </p:cNvSpPr>
          <p:nvPr userDrawn="1"/>
        </p:nvSpPr>
        <p:spPr bwMode="auto">
          <a:xfrm>
            <a:off x="0" y="609613"/>
            <a:ext cx="9144000" cy="746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3399FF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prstClr val="black"/>
              </a:solidFill>
              <a:latin typeface="Trebuchet MS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208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Rectangle 39"/>
          <p:cNvSpPr>
            <a:spLocks noChangeArrowheads="1"/>
          </p:cNvSpPr>
          <p:nvPr userDrawn="1"/>
        </p:nvSpPr>
        <p:spPr bwMode="auto">
          <a:xfrm>
            <a:off x="0" y="609601"/>
            <a:ext cx="9144000" cy="746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3399FF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.jpe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-9525" y="0"/>
            <a:ext cx="2709317" cy="6858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50000"/>
              </a:spcBef>
            </a:pPr>
            <a:endParaRPr lang="ko-KR" altLang="en-US" sz="1800">
              <a:solidFill>
                <a:srgbClr val="000000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-9525" y="692696"/>
            <a:ext cx="9153525" cy="1440904"/>
          </a:xfrm>
          <a:prstGeom prst="rect">
            <a:avLst/>
          </a:prstGeom>
          <a:solidFill>
            <a:srgbClr val="00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50000"/>
              </a:spcBef>
            </a:pPr>
            <a:endParaRPr lang="ko-KR" altLang="en-US" sz="180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36240" y="1124744"/>
            <a:ext cx="7696200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2" rIns="91424" bIns="45712"/>
          <a:lstStyle/>
          <a:p>
            <a:pPr algn="ctr" latinLnBrk="0">
              <a:spcBef>
                <a:spcPct val="0"/>
              </a:spcBef>
            </a:pPr>
            <a:r>
              <a:rPr kumimoji="0" lang="ko-KR" altLang="en-US" sz="3200" b="1" dirty="0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냉동기 </a:t>
            </a:r>
            <a:r>
              <a:rPr kumimoji="0" lang="ko-KR" altLang="en-US" sz="3200" b="1" dirty="0" err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운전메뉴얼</a:t>
            </a:r>
            <a:endParaRPr kumimoji="0" lang="ko-KR" altLang="en-US" sz="3200" b="1" dirty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10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690" y="2489795"/>
            <a:ext cx="511175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221259" y="1430362"/>
            <a:ext cx="15811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600075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3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■ </a:t>
            </a:r>
            <a:r>
              <a:rPr kumimoji="1" lang="ko-KR" altLang="en-US" sz="13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냉동기 성능</a:t>
            </a:r>
            <a:endParaRPr kumimoji="1" lang="ko-KR" altLang="en-US" sz="13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79769" name="Group 2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473109"/>
              </p:ext>
            </p:extLst>
          </p:nvPr>
        </p:nvGraphicFramePr>
        <p:xfrm>
          <a:off x="611561" y="1810504"/>
          <a:ext cx="7776863" cy="2194560"/>
        </p:xfrm>
        <a:graphic>
          <a:graphicData uri="http://schemas.openxmlformats.org/drawingml/2006/table">
            <a:tbl>
              <a:tblPr/>
              <a:tblGrid>
                <a:gridCol w="1568443"/>
                <a:gridCol w="4770681"/>
                <a:gridCol w="1437739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    분  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흡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수 식 냉 동 기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     고 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냉동능력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(USRT)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659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냉수최고사용압력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kgf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/㎠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냉각수최고사용압력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kgf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/㎠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중온수최고사용압력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16kgf/㎠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추기장치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방식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;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진공펌프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마노메타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;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부착형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7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급수펌프모터출력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3.7 kw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제작사 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월드이엔씨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(031-351-2406)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사용처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전층냉방용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62" name="Text Box 136"/>
          <p:cNvSpPr txBox="1">
            <a:spLocks noChangeArrowheads="1"/>
          </p:cNvSpPr>
          <p:nvPr/>
        </p:nvSpPr>
        <p:spPr bwMode="auto">
          <a:xfrm>
            <a:off x="-36512" y="4238674"/>
            <a:ext cx="2060331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600075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3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■ </a:t>
            </a:r>
            <a:r>
              <a:rPr kumimoji="1" lang="ko-KR" altLang="en-US" sz="13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냉동기 관리</a:t>
            </a:r>
            <a:endParaRPr kumimoji="1" lang="ko-KR" altLang="en-US" sz="13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79768" name="Group 2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88122"/>
              </p:ext>
            </p:extLst>
          </p:nvPr>
        </p:nvGraphicFramePr>
        <p:xfrm>
          <a:off x="643820" y="4586252"/>
          <a:ext cx="7744597" cy="1363028"/>
        </p:xfrm>
        <a:graphic>
          <a:graphicData uri="http://schemas.openxmlformats.org/drawingml/2006/table">
            <a:tbl>
              <a:tblPr/>
              <a:tblGrid>
                <a:gridCol w="1536611"/>
                <a:gridCol w="4770347"/>
                <a:gridCol w="1437639"/>
              </a:tblGrid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       분 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점      검       내      용   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  고 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일일 점검 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냉각수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냉수온도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펌프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마노메타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9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주간 점검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추기오일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냉매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브로우다운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월간 점검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펌프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전압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주파수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회전수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오일압력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냉각수 온도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출구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분기 점검 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정전대비 결정주의 교육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itchFamily="18" charset="-127"/>
                <a:ea typeface="HY동녘B" pitchFamily="18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45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571478" y="642918"/>
            <a:ext cx="8001050" cy="3571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저온수</a:t>
            </a:r>
            <a:r>
              <a:rPr lang="ko-KR" altLang="en-US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en-US" altLang="ko-KR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r>
              <a:rPr lang="ko-KR" altLang="en-US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단 </a:t>
            </a:r>
            <a:r>
              <a:rPr lang="ko-KR" altLang="en-US" b="1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흡수식</a:t>
            </a:r>
            <a:r>
              <a:rPr lang="ko-KR" altLang="en-US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냉동기</a:t>
            </a:r>
            <a:endParaRPr lang="ko-KR" altLang="en-US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6" name="그림 5" descr="냉동기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478" y="1357298"/>
            <a:ext cx="8001056" cy="50601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pic>
      <p:sp>
        <p:nvSpPr>
          <p:cNvPr id="2" name="직사각형 1"/>
          <p:cNvSpPr/>
          <p:nvPr/>
        </p:nvSpPr>
        <p:spPr>
          <a:xfrm>
            <a:off x="5724134" y="2564904"/>
            <a:ext cx="504056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저실</a:t>
            </a:r>
            <a:endParaRPr lang="ko-KR" altLang="en-US" sz="800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851920" y="5372050"/>
            <a:ext cx="72008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고온</a:t>
            </a:r>
            <a:endParaRPr lang="en-US" altLang="ko-KR" sz="800" dirty="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sz="800" dirty="0" err="1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열교환기</a:t>
            </a:r>
            <a:endParaRPr lang="ko-KR" altLang="en-US" sz="800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436096" y="6093296"/>
            <a:ext cx="576064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rgbClr val="0070C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흡수액</a:t>
            </a:r>
            <a:endParaRPr lang="en-US" altLang="ko-KR" sz="800" dirty="0" smtClean="0">
              <a:solidFill>
                <a:srgbClr val="0070C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sz="800" dirty="0" smtClean="0">
                <a:solidFill>
                  <a:srgbClr val="0070C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펌프</a:t>
            </a:r>
            <a:endParaRPr lang="ko-KR" altLang="en-US" sz="800" dirty="0">
              <a:solidFill>
                <a:srgbClr val="0070C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779918" y="5805264"/>
            <a:ext cx="72008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저온</a:t>
            </a:r>
            <a:endParaRPr lang="en-US" altLang="ko-KR" sz="800" dirty="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sz="800" dirty="0" err="1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열교환</a:t>
            </a:r>
            <a:r>
              <a:rPr lang="ko-KR" altLang="en-US" sz="800" dirty="0" err="1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기</a:t>
            </a:r>
            <a:endParaRPr lang="ko-KR" altLang="en-US" sz="800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259638" y="4509120"/>
            <a:ext cx="576064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제</a:t>
            </a:r>
            <a:r>
              <a:rPr lang="en-US" altLang="ko-KR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</a:p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재생</a:t>
            </a:r>
            <a:r>
              <a:rPr lang="ko-KR" altLang="en-US" sz="8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기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074814" y="3071810"/>
            <a:ext cx="576064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보조</a:t>
            </a:r>
            <a:endParaRPr lang="en-US" altLang="ko-KR" sz="800" dirty="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재생</a:t>
            </a:r>
            <a:r>
              <a:rPr lang="ko-KR" altLang="en-US" sz="8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442250" y="2420888"/>
            <a:ext cx="576064" cy="114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제</a:t>
            </a:r>
            <a:r>
              <a:rPr lang="en-US" altLang="ko-KR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</a:p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재생기</a:t>
            </a:r>
            <a:endParaRPr lang="ko-KR" altLang="en-US" sz="800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650876" y="2420888"/>
            <a:ext cx="576064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보조</a:t>
            </a:r>
            <a:endParaRPr lang="en-US" altLang="ko-KR" sz="800" dirty="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흡수기</a:t>
            </a:r>
            <a:endParaRPr lang="ko-KR" altLang="en-US" sz="800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27590" y="2000240"/>
            <a:ext cx="576064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응축기</a:t>
            </a:r>
            <a:endParaRPr lang="ko-KR" altLang="en-US" sz="800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691686" y="3861048"/>
            <a:ext cx="576064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흡수기</a:t>
            </a:r>
            <a:endParaRPr lang="ko-KR" altLang="en-US" sz="800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682778" y="3861048"/>
            <a:ext cx="576064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증발기</a:t>
            </a:r>
            <a:endParaRPr lang="ko-KR" altLang="en-US" sz="800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V="1">
            <a:off x="5643575" y="5733256"/>
            <a:ext cx="80558" cy="306034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H="1" flipV="1">
            <a:off x="4860032" y="5913276"/>
            <a:ext cx="648072" cy="126014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6956814" y="5868432"/>
            <a:ext cx="658924" cy="144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냉매펌프</a:t>
            </a:r>
            <a:endParaRPr lang="ko-KR" altLang="en-US" sz="800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760379" y="4509120"/>
            <a:ext cx="650540" cy="144016"/>
          </a:xfrm>
          <a:prstGeom prst="rect">
            <a:avLst/>
          </a:prstGeom>
          <a:solidFill>
            <a:srgbClr val="0070C0"/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추기밸브</a:t>
            </a:r>
            <a:endParaRPr lang="ko-KR" altLang="en-US" sz="800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267750" y="6258247"/>
            <a:ext cx="688160" cy="144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추기펌프</a:t>
            </a:r>
            <a:endParaRPr lang="ko-KR" altLang="en-US" sz="800" dirty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cxnSp>
        <p:nvCxnSpPr>
          <p:cNvPr id="30" name="직선 화살표 연결선 29"/>
          <p:cNvCxnSpPr/>
          <p:nvPr/>
        </p:nvCxnSpPr>
        <p:spPr>
          <a:xfrm flipH="1" flipV="1">
            <a:off x="3851921" y="3366284"/>
            <a:ext cx="908463" cy="1110212"/>
          </a:xfrm>
          <a:prstGeom prst="straightConnector1">
            <a:avLst/>
          </a:prstGeom>
          <a:ln w="158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H="1" flipV="1">
            <a:off x="3879567" y="4181736"/>
            <a:ext cx="880812" cy="294777"/>
          </a:xfrm>
          <a:prstGeom prst="straightConnector1">
            <a:avLst/>
          </a:prstGeom>
          <a:ln w="158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flipH="1" flipV="1">
            <a:off x="4178803" y="3250534"/>
            <a:ext cx="581576" cy="1225962"/>
          </a:xfrm>
          <a:prstGeom prst="straightConnector1">
            <a:avLst/>
          </a:prstGeom>
          <a:ln w="158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 flipH="1" flipV="1">
            <a:off x="6732243" y="5589240"/>
            <a:ext cx="224574" cy="27919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63888" y="4149080"/>
            <a:ext cx="466794" cy="369332"/>
          </a:xfrm>
          <a:prstGeom prst="rect">
            <a:avLst/>
          </a:prstGeom>
          <a:blipFill rotWithShape="1">
            <a:blip r:embed="rId3" cstate="print"/>
            <a:stretch>
              <a:fillRect r="-3947" b="-13333"/>
            </a:stretch>
          </a:blipFill>
        </p:spPr>
        <p:txBody>
          <a:bodyPr/>
          <a:lstStyle/>
          <a:p>
            <a:r>
              <a:rPr lang="ko-KR" altLang="en-US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354668" y="2996952"/>
                <a:ext cx="4972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②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668" y="2996952"/>
                <a:ext cx="497252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995936" y="2924944"/>
                <a:ext cx="4972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③</m:t>
                      </m:r>
                    </m:oMath>
                  </m:oMathPara>
                </a14:m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2924944"/>
                <a:ext cx="497252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105300" y="1271040"/>
            <a:ext cx="1802404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흡수식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냉동기 원리</a:t>
            </a:r>
          </a:p>
        </p:txBody>
      </p:sp>
      <p:sp>
        <p:nvSpPr>
          <p:cNvPr id="16" name="직사각형 15"/>
          <p:cNvSpPr/>
          <p:nvPr/>
        </p:nvSpPr>
        <p:spPr bwMode="auto">
          <a:xfrm>
            <a:off x="-263771" y="285728"/>
            <a:ext cx="1142976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503" y="1268767"/>
            <a:ext cx="8525384" cy="615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▶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흡수식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냉동기는 냉매로 물을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흡수제로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리튬브로마이드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수용액을 사용하여 재생기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응축기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증발기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흡수기를 순환하며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냉수를 발생 시켜 필요한 공급처에 냉방을 하는 시스템이다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흡수식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냉동기는 진공이 생명이며 진공이 파괴되면 냉방효과가 저하되는 구조로 </a:t>
            </a:r>
            <a:r>
              <a:rPr kumimoji="1"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마노메타를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수시로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확인하여 진공압력이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4mmHg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이하가 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되도록 추기를 실시 해야 한다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☞ 운전 전 확인 사항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71450" indent="-171450"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냉수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냉각수 배관의 밸브가 열려 있는지를 확인 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71450" indent="-171450"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온수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입출구의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수동밸브는 열려 있는지 확인 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71450" indent="-171450"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냉수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냉각수 펌프와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냉각탑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휀이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정상인지 확인한다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 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마노메타를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확인하고 허용 진공 압력 이하 인지 확인하고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불응축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가스가 존재하면 본체 추기를 실시 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4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4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4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4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4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4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1" lang="en-US" altLang="ko-KR" sz="14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651137"/>
              </p:ext>
            </p:extLst>
          </p:nvPr>
        </p:nvGraphicFramePr>
        <p:xfrm>
          <a:off x="595046" y="4869160"/>
          <a:ext cx="7649362" cy="131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49362"/>
              </a:tblGrid>
              <a:tr h="1152128">
                <a:tc>
                  <a:txBody>
                    <a:bodyPr/>
                    <a:lstStyle/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◆ 냉동기 정상 운전 중에 </a:t>
                      </a:r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흡수액이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저온수용은 농도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55.1%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의 </a:t>
                      </a:r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희액과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58.5%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의 </a:t>
                      </a:r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농액으로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분리되어 있고 이 </a:t>
                      </a:r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농액은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상온에서 결정이    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될 수 있기 때문에 운전 중 정지 시에는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분간 희석 운전을 하여 </a:t>
                      </a:r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농액을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낮추도록 한다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   전기 계통에 정전이 발생되면 반드시 냉각수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냉수펌프를 정지 시켜 </a:t>
                      </a:r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흡수액의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온도를 낮추고 결정을 방지하기 위하여 냉동기 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latinLnBrk="1">
                        <a:lnSpc>
                          <a:spcPct val="200000"/>
                        </a:lnSpc>
                      </a:pP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냉수 관을 비워 놓아야 한다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itchFamily="18" charset="-127"/>
                <a:ea typeface="HY동녘B" pitchFamily="18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1734737"/>
            <a:ext cx="1524000" cy="1876878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54" t="1737" r="13646"/>
          <a:stretch/>
        </p:blipFill>
        <p:spPr>
          <a:xfrm>
            <a:off x="1595896" y="1729274"/>
            <a:ext cx="1463936" cy="1882342"/>
          </a:xfrm>
          <a:prstGeom prst="rect">
            <a:avLst/>
          </a:prstGeom>
        </p:spPr>
      </p:pic>
      <p:cxnSp>
        <p:nvCxnSpPr>
          <p:cNvPr id="31" name="직선 화살표 연결선 30"/>
          <p:cNvCxnSpPr/>
          <p:nvPr/>
        </p:nvCxnSpPr>
        <p:spPr bwMode="auto">
          <a:xfrm flipH="1" flipV="1">
            <a:off x="2256692" y="2670434"/>
            <a:ext cx="559364" cy="29188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직사각형 15"/>
          <p:cNvSpPr/>
          <p:nvPr/>
        </p:nvSpPr>
        <p:spPr bwMode="auto">
          <a:xfrm>
            <a:off x="-263771" y="285728"/>
            <a:ext cx="1142976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38516" y="1055016"/>
            <a:ext cx="1525172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냉동기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표시창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명칭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396" y="3501028"/>
            <a:ext cx="7929618" cy="2842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228600" indent="-228600"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운전램프 순서대로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용액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진공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알람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램프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2.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터치 스크린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운전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정지등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모드창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부저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정지 스위치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4.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진공 펌프 운전 스위치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비상 정지 스위치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6.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부저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각종 이상 발생용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  <a:buAutoNum type="arabicPeriod" startAt="7"/>
            </a:pP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쿨링휀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판넬내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온도 상승 방지</a:t>
            </a:r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4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6" name="직선 연결선 25"/>
          <p:cNvCxnSpPr/>
          <p:nvPr/>
        </p:nvCxnSpPr>
        <p:spPr bwMode="auto">
          <a:xfrm>
            <a:off x="1972891" y="5301208"/>
            <a:ext cx="19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직선 연결선 33"/>
          <p:cNvCxnSpPr/>
          <p:nvPr/>
        </p:nvCxnSpPr>
        <p:spPr bwMode="auto">
          <a:xfrm>
            <a:off x="1993003" y="4653136"/>
            <a:ext cx="73115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직선 연결선 37"/>
          <p:cNvCxnSpPr/>
          <p:nvPr/>
        </p:nvCxnSpPr>
        <p:spPr bwMode="auto">
          <a:xfrm>
            <a:off x="2358581" y="5589240"/>
            <a:ext cx="468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직선 연결선 41"/>
          <p:cNvCxnSpPr/>
          <p:nvPr/>
        </p:nvCxnSpPr>
        <p:spPr bwMode="auto">
          <a:xfrm>
            <a:off x="2312056" y="5013176"/>
            <a:ext cx="1008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직선 연결선 51"/>
          <p:cNvCxnSpPr/>
          <p:nvPr/>
        </p:nvCxnSpPr>
        <p:spPr bwMode="auto">
          <a:xfrm>
            <a:off x="2843809" y="5877619"/>
            <a:ext cx="4248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직선 연결선 53"/>
          <p:cNvCxnSpPr/>
          <p:nvPr/>
        </p:nvCxnSpPr>
        <p:spPr bwMode="auto">
          <a:xfrm>
            <a:off x="3708088" y="4077072"/>
            <a:ext cx="11160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1" t="1910" r="25000"/>
          <a:stretch/>
        </p:blipFill>
        <p:spPr>
          <a:xfrm>
            <a:off x="3474730" y="1729284"/>
            <a:ext cx="2533445" cy="1882341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 bwMode="auto">
          <a:xfrm>
            <a:off x="2987824" y="4365104"/>
            <a:ext cx="93610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직선 화살표 연결선 11"/>
          <p:cNvCxnSpPr/>
          <p:nvPr/>
        </p:nvCxnSpPr>
        <p:spPr bwMode="auto">
          <a:xfrm flipV="1">
            <a:off x="4824088" y="2060848"/>
            <a:ext cx="0" cy="20162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직선 화살표 연결선 17"/>
          <p:cNvCxnSpPr/>
          <p:nvPr/>
        </p:nvCxnSpPr>
        <p:spPr bwMode="auto">
          <a:xfrm flipV="1">
            <a:off x="3923928" y="2420888"/>
            <a:ext cx="648072" cy="19442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직선 화살표 연결선 19"/>
          <p:cNvCxnSpPr/>
          <p:nvPr/>
        </p:nvCxnSpPr>
        <p:spPr bwMode="auto">
          <a:xfrm flipV="1">
            <a:off x="2724171" y="2708920"/>
            <a:ext cx="1541927" cy="19442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직선 화살표 연결선 22"/>
          <p:cNvCxnSpPr/>
          <p:nvPr/>
        </p:nvCxnSpPr>
        <p:spPr bwMode="auto">
          <a:xfrm flipV="1">
            <a:off x="3320056" y="2708920"/>
            <a:ext cx="1421386" cy="23042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직선 화살표 연결선 26"/>
          <p:cNvCxnSpPr/>
          <p:nvPr/>
        </p:nvCxnSpPr>
        <p:spPr bwMode="auto">
          <a:xfrm flipV="1">
            <a:off x="3923928" y="2708920"/>
            <a:ext cx="1224136" cy="25922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직선 화살표 연결선 34"/>
          <p:cNvCxnSpPr/>
          <p:nvPr/>
        </p:nvCxnSpPr>
        <p:spPr bwMode="auto">
          <a:xfrm flipV="1">
            <a:off x="7092280" y="2493248"/>
            <a:ext cx="0" cy="3384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itchFamily="18" charset="-127"/>
                <a:ea typeface="HY동녘B" pitchFamily="18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9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121917" y="1199032"/>
            <a:ext cx="1802404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1" lang="en-US" altLang="ko-KR" sz="10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-1 </a:t>
            </a:r>
            <a:r>
              <a:rPr kumimoji="1" lang="ko-KR" altLang="en-US" sz="10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냉동기 운전</a:t>
            </a:r>
          </a:p>
        </p:txBody>
      </p:sp>
      <p:sp>
        <p:nvSpPr>
          <p:cNvPr id="16" name="직사각형 15"/>
          <p:cNvSpPr/>
          <p:nvPr/>
        </p:nvSpPr>
        <p:spPr bwMode="auto">
          <a:xfrm>
            <a:off x="-263771" y="285728"/>
            <a:ext cx="1142976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1196752"/>
            <a:ext cx="7927165" cy="5304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▶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설정 화면이 운전 목적에 맞게 설정이 되어 있는지 확인 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제어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판넬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전면 표시등이 운전 모드에 맞게 점등 되었는지 확인 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스크린에 운전시작 버튼을 약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초간 누른다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운전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상태창에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냉방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운전중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이라고 표시가 되며 제한 운전 상태가 되면 해당 제한 운전이 표시됨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냉수 펌프 시그널 출력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약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초 후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인터록에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따라 냉각수 펌프 시그널 출력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냉각수 펌프 시그널 출력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30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초 후 용액펌프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번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ON</a:t>
            </a:r>
          </a:p>
          <a:p>
            <a:pPr marL="228600" indent="-228600"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용액 펌프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번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ON 1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초후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용액펌프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번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ON</a:t>
            </a:r>
          </a:p>
          <a:p>
            <a:pPr marL="228600" indent="-228600"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용액펌프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번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ON 1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초후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용액펌프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번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ON</a:t>
            </a:r>
          </a:p>
          <a:p>
            <a:pPr marL="228600" indent="-228600"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용액펌프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번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ON 2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냉매 펌프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ON </a:t>
            </a:r>
          </a:p>
          <a:p>
            <a:pPr marL="228600" indent="-228600"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  <a:buFontTx/>
              <a:buAutoNum type="arabicPeriod"/>
            </a:pP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운전중에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제어밸브가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100%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열리면 용액펌프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번이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ON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되고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초 후에 용액펌프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번이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ON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터치화면에 운전 정지 버튼을 약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초간 누른다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운전을 정지 하는 동안 밸브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개도가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0%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이고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온도값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및 각종 설정 값이  표시되고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  <a:buAutoNum type="arabicPeriod"/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상태 화면 표시줄에 희석 정지 중 이라고 표시되며 제한 운전이 되면 옆 줄에 제한 운전 이라는 표시가 나타남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  <a:buAutoNum type="arabicPeriod"/>
            </a:pP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희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석 운전이 끝나면 상태표시 줄에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정지중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으로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표시됨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kumimoji="1" lang="en-US" altLang="ko-KR" sz="14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4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177308" y="4583408"/>
            <a:ext cx="1802404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1" lang="en-US" altLang="ko-KR" sz="10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-2  </a:t>
            </a:r>
            <a:r>
              <a:rPr kumimoji="1" lang="ko-KR" altLang="en-US" sz="10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냉동기 정지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itchFamily="18" charset="-127"/>
                <a:ea typeface="HY동녘B" pitchFamily="18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65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 bwMode="auto">
          <a:xfrm>
            <a:off x="404688" y="1127024"/>
            <a:ext cx="1142976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냉동기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377" y="1275008"/>
            <a:ext cx="800105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25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▶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흡수식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냉동기를 안정된 상태에서 효율적으로 운전하고 기기의 수명을 연장하기 위해서는 올바른 운전관리가 필요 하다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5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기기 조작 방법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  <a:buAutoNum type="arabicParenR"/>
            </a:pP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추기계통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-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냉동기 내부로 공기가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누입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되면 기기의 성능이 저하되고 뿐만 아니라 냉동기에 악영향이 미치므로 추기는</a:t>
            </a:r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  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일상의 운전 관리 중 가장 중요한 사항이다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  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           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주일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회이상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정기적으로 추기를 해야 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①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판넬에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추기펌프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기동스위치를 누른다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② NO 1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밸브를 연다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(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도달 압력이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 mmHg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이하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③ NO 2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밸브를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연다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(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저실 압력 약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40 mmHg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이하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④ NO 2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밸브를 닫는다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⑤ 30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분간 운전한다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⑥ NO 1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밸브를 닫는다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⑦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추기 펌프 정지       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☞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추기펌프점검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펌프가 정상 적으로 회전이 되는지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드레인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코크를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조금 열고 펌프 오일 밑에 고인 물을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드레인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시킨다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오일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점검창에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유면이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부족하면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점검창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중심까지 주유 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오일이 오염 된 경우 전량 오일을 교체 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3" t="521" r="12020"/>
          <a:stretch/>
        </p:blipFill>
        <p:spPr>
          <a:xfrm>
            <a:off x="5364088" y="2573843"/>
            <a:ext cx="2672095" cy="3510164"/>
          </a:xfrm>
          <a:prstGeom prst="rect">
            <a:avLst/>
          </a:prstGeom>
        </p:spPr>
      </p:pic>
      <p:sp>
        <p:nvSpPr>
          <p:cNvPr id="8" name="타원 7"/>
          <p:cNvSpPr/>
          <p:nvPr/>
        </p:nvSpPr>
        <p:spPr bwMode="auto">
          <a:xfrm>
            <a:off x="5868144" y="5517232"/>
            <a:ext cx="216024" cy="216024"/>
          </a:xfrm>
          <a:prstGeom prst="ellips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  <a:ea typeface="굴림" pitchFamily="50" charset="-127"/>
              </a:rPr>
              <a:t>1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ea typeface="굴림" pitchFamily="50" charset="-127"/>
            </a:endParaRPr>
          </a:p>
        </p:txBody>
      </p:sp>
      <p:sp>
        <p:nvSpPr>
          <p:cNvPr id="9" name="타원 8"/>
          <p:cNvSpPr/>
          <p:nvPr/>
        </p:nvSpPr>
        <p:spPr bwMode="auto">
          <a:xfrm>
            <a:off x="6012160" y="2996952"/>
            <a:ext cx="216024" cy="216024"/>
          </a:xfrm>
          <a:prstGeom prst="ellips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  <a:ea typeface="굴림" pitchFamily="50" charset="-127"/>
              </a:rPr>
              <a:t>2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ea typeface="굴림" pitchFamily="50" charset="-127"/>
            </a:endParaRPr>
          </a:p>
        </p:txBody>
      </p:sp>
      <p:sp>
        <p:nvSpPr>
          <p:cNvPr id="10" name="타원 9"/>
          <p:cNvSpPr/>
          <p:nvPr/>
        </p:nvSpPr>
        <p:spPr bwMode="auto">
          <a:xfrm>
            <a:off x="6372200" y="4005064"/>
            <a:ext cx="216024" cy="216024"/>
          </a:xfrm>
          <a:prstGeom prst="ellips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  <a:ea typeface="굴림" pitchFamily="50" charset="-127"/>
              </a:rPr>
              <a:t>3</a:t>
            </a:r>
            <a:endParaRPr kumimoji="1" lang="ko-KR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ea typeface="굴림" pitchFamily="50" charset="-127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itchFamily="18" charset="-127"/>
                <a:ea typeface="HY동녘B" pitchFamily="18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4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0" y="285728"/>
            <a:ext cx="1802404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 dirty="0" smtClean="0">
              <a:solidFill>
                <a:prstClr val="black"/>
              </a:solidFill>
              <a:latin typeface="Trebuchet MS" pitchFamily="34" charset="0"/>
              <a:ea typeface="굴림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3549" y="1030952"/>
            <a:ext cx="603925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냉매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브로우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다운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냉매가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흡수액으로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인해 오염되어 냉매 비중이 높아지면 냉매의 증발 온도가 올라가고 </a:t>
            </a:r>
            <a:endParaRPr kumimoji="1" lang="en-US" altLang="ko-KR" sz="10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전열관 내의 냉수와의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온도차가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줄어들게 되므로 냉동능력이 떨어 진다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냉방운전중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미량의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흡수액이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냉매 속으로 혼입될 수 가 있는데 이때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브로우다운을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1" lang="en-US" altLang="ko-KR" sz="10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실시하고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증발기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점검창의 냉매가 노란색으로 변할 때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☞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조치 요령</a:t>
            </a:r>
            <a:endParaRPr kumimoji="1" lang="en-US" altLang="ko-KR" sz="10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-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냉매펌프를 기동시키고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증발기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점검창에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냉매 액면이 있는지를 확인하고 냉매 </a:t>
            </a:r>
            <a:endParaRPr kumimoji="1" lang="en-US" altLang="ko-KR" sz="10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브로우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다운 밸브를 연다</a:t>
            </a:r>
            <a:endParaRPr kumimoji="1" lang="en-US" altLang="ko-KR" sz="10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-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증발기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점검창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액면이 내려가고 냉매펌프에서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이상음이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들리면 밸브를 닫고 </a:t>
            </a:r>
            <a:endParaRPr kumimoji="1" lang="en-US" altLang="ko-KR" sz="10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   펌프를 정지 한다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-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잠시 후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점검창에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액면이 중심 부근 까지 다시 올라오면 냉매 펌프가동을 반복한다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3)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용액 관리</a:t>
            </a:r>
            <a:endParaRPr kumimoji="1" lang="en-US" altLang="ko-KR" sz="10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흡수액은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소금물과 유사한 성질을 가지고 있으므로 약간의 공기만 있어도 부식을 일으키므로                      </a:t>
            </a:r>
            <a:endParaRPr kumimoji="1" lang="en-US" altLang="ko-KR" sz="10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흡수액과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접촉되는 부위의 부식을 방지하기 위하여 부식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억제제를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첨가하고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알카리도를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조정하고</a:t>
            </a:r>
            <a:endParaRPr kumimoji="1" lang="en-US" altLang="ko-KR" sz="10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흡수액의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흡수성을 높이기 위하여 알코올도 첨가한다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따라서 </a:t>
            </a:r>
            <a:r>
              <a:rPr kumimoji="1" lang="ko-KR" altLang="en-US" sz="1000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흡수액과</a:t>
            </a: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냉매의 관리는 기기</a:t>
            </a:r>
            <a:endParaRPr kumimoji="1" lang="en-US" altLang="ko-KR" sz="10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수명에 직접 적인 관계가 있어서 관리에 철저를 기해야 한다</a:t>
            </a:r>
            <a:r>
              <a:rPr kumimoji="1" lang="en-US" altLang="ko-KR" sz="10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7" y="1412776"/>
            <a:ext cx="2232248" cy="3384376"/>
          </a:xfrm>
          <a:prstGeom prst="rect">
            <a:avLst/>
          </a:prstGeom>
        </p:spPr>
      </p:pic>
      <p:sp>
        <p:nvSpPr>
          <p:cNvPr id="6" name="타원형 설명선 5"/>
          <p:cNvSpPr/>
          <p:nvPr/>
        </p:nvSpPr>
        <p:spPr>
          <a:xfrm>
            <a:off x="7164283" y="2384304"/>
            <a:ext cx="1008122" cy="324616"/>
          </a:xfrm>
          <a:prstGeom prst="wedgeEllipseCallout">
            <a:avLst>
              <a:gd name="adj1" fmla="val -26259"/>
              <a:gd name="adj2" fmla="val 158999"/>
            </a:avLst>
          </a:prstGeom>
          <a:solidFill>
            <a:schemeClr val="bg1">
              <a:alpha val="99000"/>
            </a:schemeClr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rgbClr val="FF0000"/>
                </a:solidFill>
              </a:rPr>
              <a:t>냉매펌프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itchFamily="18" charset="-127"/>
                <a:ea typeface="HY동녘B" pitchFamily="18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6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worldenc.com/main_page/user_img/m2_1_img1_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96752"/>
            <a:ext cx="8208912" cy="520777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67544" y="642918"/>
            <a:ext cx="8104984" cy="3571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저온수</a:t>
            </a:r>
            <a:r>
              <a:rPr lang="ko-KR" altLang="en-US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en-US" altLang="ko-KR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r>
              <a:rPr lang="ko-KR" altLang="en-US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단 </a:t>
            </a:r>
            <a:r>
              <a:rPr lang="ko-KR" altLang="en-US" b="1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흡수식</a:t>
            </a:r>
            <a:r>
              <a:rPr lang="ko-KR" altLang="en-US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b="1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냉동싸이</a:t>
            </a:r>
            <a:r>
              <a:rPr lang="ko-KR" altLang="en-US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클</a:t>
            </a:r>
            <a:endParaRPr lang="ko-KR" altLang="en-US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763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265932" y="1271040"/>
            <a:ext cx="2145828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흡수식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냉동기 계통도와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역활</a:t>
            </a:r>
            <a:endParaRPr kumimoji="1"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-263771" y="285728"/>
            <a:ext cx="1142976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502" y="1182167"/>
            <a:ext cx="7927165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냉동기 계통도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▶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흡수액의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순환 계통도는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주계통과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보조계통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부분으로 이루어 진다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-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주계통은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냉매 증기를 흡수하여 묽어진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흡수액은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흡수기를 나와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희용액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펌프에 의해 가압되고 저온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열교환기와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고온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거쳐 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재생기로 간다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재생기에서 일부의 냉매 증기를 배출하고 나온 중간 용액은 고온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거쳐 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재생기로 간다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재생기에서 냉매 증기를 배출하고 농축된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농액은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저온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거쳐 다시 흡수기로 되돌아온다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보조계통은 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재생기로 부터 넘어온 냉매 증기를 흡수하여 묽어진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흡수액은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보조 흡수기를 나와 용액 펌프에 의해 가압되어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보조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거쳐 보조 재생기로 간다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 보조 재생기에서 냉매 증기를 배출하고 농축된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농액은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보조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거쳐 보조 흡수기로 다시 돌아 온다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2)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냉매 계통도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▶ 냉매 순환 계통도는 응축기에는 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재생기와 보조 재생기에서 온 냉매 증기가 응축되고 이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냉매액이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U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자관을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거쳐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증발기로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간다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증발기에서는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냉매 펌프에 의해 냉매가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증발기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상부로 산포되어 일부 증발된 냉매 증기는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엘리미네이터를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거쳐 흡수기로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간다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증발 되지 않은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냉매액은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증발기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밑으로 고여 냉매 펌프에 의해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증발기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상부로 다시 산포 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15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itchFamily="18" charset="-127"/>
                <a:ea typeface="HY동녘B" pitchFamily="18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9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 bwMode="auto">
          <a:xfrm>
            <a:off x="-263771" y="285728"/>
            <a:ext cx="1142976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502" y="908720"/>
            <a:ext cx="7927165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3)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냉동기 각 부분 역할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▶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증발기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 내부로 냉수가 흐르는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전열관과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냉매 산포 장치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냉매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액받이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냉매 펌프로 구성되며 관 표면에서 냉매의 증발에 의해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냉수가 만들어 지고 실질적으로 냉방을 실시 하는 공간이다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냉매는 관 표면에서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에서 증발하고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8℃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냉수를 만든다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▶ 흡수기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 내부로 냉각수가 흐르는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전열관과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산포장치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저장공간으로 구성되며 관 표면에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산포시켜 증발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기에서 발생된 냉매 증기를 흡수하며  관 내의 냉각수로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냉각 시키고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흡수시에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발생되는 열을 제거 합니다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 내부로 흐르는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31℃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냉각수는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59.9%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흡수액이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냉매 증기를 흡수하는 과정에서 발생하는 열을 흡수하여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33.5℃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되면서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34.5℃ ,54.6%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농도의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만든다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▶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저온열교환기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판형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</a:t>
            </a:r>
            <a:r>
              <a:rPr kumimoji="1"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환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기로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34.5℃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희흡수액과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65.2℃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농흡수액을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열교환시켜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싸이클의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효율을 높인다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▶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고온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판형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열교환기로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57.1℃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희흡수액과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80.0℃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중간 농도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열교환시켜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싸이클의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효율을 높인다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itchFamily="18" charset="-127"/>
                <a:ea typeface="HY동녘B" pitchFamily="18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9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 bwMode="auto">
          <a:xfrm>
            <a:off x="-263771" y="285728"/>
            <a:ext cx="1142976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502" y="908720"/>
            <a:ext cx="8034573" cy="5455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▶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 내부로 온수가 흐르는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전열관과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산포 장치로 구성되며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74.5℃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54.6%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희흡수액을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95℃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온수로 가열하여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냉매를 발생 분리 시키고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흡수액의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농도를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58.3%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 높여 준다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 밑에는 중간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순환 시키는 용액 펌프가 있어서 이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58.3%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중간 용액을 고온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거쳐 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재생기로 보내 준다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▶ 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 내부로 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재생기를 나온 온수가 흐르는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전열관과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산포 장치로 구성되며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60.2℃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58.3%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희흡수액을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73.1℃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온수로 가열하여 냉매를 증발 분리시키고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흡수액의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농도를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59.9%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 높여 준다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 밑에는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농액을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순환시키는 용액 펌프가 있어서 이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59.9%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농용액을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저온열교환기를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거쳐 흡수기로 보내 준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▶ 보조흡수기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 내부로 흡수기를 나온 냉각수가 흐르는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전열관과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산포 장치로 구성된다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 표면에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산포시켜 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재생기에서 발생되어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엘리미네이터를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거쳐 넘어온 냉매 증기를 흡수 하도록 하고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관내의 냉각수로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냉각시켜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흡수시에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발생되는 열을 제거한다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관내부로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흐르는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33.5℃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냉각수는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45.2%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농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도의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흡수액이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냉매 증기를 흡수하는 과정에서 발생하는 열을 흡수하여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34.5℃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 되면서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36.5℃,42.9%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농도의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흡수액을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만든다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   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itchFamily="18" charset="-127"/>
                <a:ea typeface="HY동녘B" pitchFamily="18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3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 bwMode="auto">
          <a:xfrm>
            <a:off x="-263771" y="285728"/>
            <a:ext cx="1142976" cy="28575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502" y="908720"/>
            <a:ext cx="7927165" cy="4193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▶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보조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판형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열교환기로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36.5℃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보조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희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56.2℃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보조 농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열 교환시켜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싸이클의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효율을 높인다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▶ 보조 재생기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 내부로 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재생기를 나온 온수가 흐르는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전열관과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산포 장치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저장 공간으로 구성되며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51.2℃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42.9%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희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63.5℃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온수로 가열하여 냉매를 발생 분리시키는고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흡수액의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농도를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45.2%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 높여 준다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보조 재생기 밑에는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보조 농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순환시키는 용액 펌프가 있어서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45.2%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보조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농흡수액을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보조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열교환기를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거쳐 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보조 흡수기로 보내준다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▶ 응축기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-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 내부로 보조 흡수기를 나온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34.3℃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냉각수가 흐르는 전열관 군으로 구성되며 관내 냉각수의 냉각에 의해 관외에서</a:t>
            </a:r>
            <a:endParaRPr kumimoji="1"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base">
              <a:lnSpc>
                <a:spcPct val="200000"/>
              </a:lnSpc>
              <a:spcBef>
                <a:spcPct val="5000"/>
              </a:spcBef>
              <a:spcAft>
                <a:spcPct val="0"/>
              </a:spcAft>
            </a:pP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제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재생기와 보조 재생기에서 온 냉매 증기가 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38.9℃ 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kumimoji="1"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냉매액으로</a:t>
            </a:r>
            <a:r>
              <a:rPr kumimoji="1"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응축이 된다</a:t>
            </a:r>
            <a:r>
              <a:rPr kumimoji="1"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        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itchFamily="18" charset="-127"/>
                <a:ea typeface="HY동녘B" pitchFamily="18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4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2139</TotalTime>
  <Words>1593</Words>
  <Application>Microsoft Office PowerPoint</Application>
  <PresentationFormat>화면 슬라이드 쇼(4:3)</PresentationFormat>
  <Paragraphs>234</Paragraphs>
  <Slides>13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7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Office 테마</vt:lpstr>
      <vt:lpstr>기본 디자인</vt:lpstr>
      <vt:lpstr>1_기본 디자인</vt:lpstr>
      <vt:lpstr>2_기본 디자인</vt:lpstr>
      <vt:lpstr>3_기본 디자인</vt:lpstr>
      <vt:lpstr>1_Office 테마</vt:lpstr>
      <vt:lpstr>4_기본 디자인</vt:lpstr>
      <vt:lpstr>패키지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107</cp:revision>
  <cp:lastPrinted>2015-02-20T05:13:19Z</cp:lastPrinted>
  <dcterms:created xsi:type="dcterms:W3CDTF">2014-04-06T07:21:41Z</dcterms:created>
  <dcterms:modified xsi:type="dcterms:W3CDTF">2015-07-01T01:05:26Z</dcterms:modified>
</cp:coreProperties>
</file>